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5" r:id="rId4"/>
    <p:sldId id="266" r:id="rId5"/>
    <p:sldId id="267" r:id="rId6"/>
    <p:sldId id="268" r:id="rId7"/>
    <p:sldId id="275" r:id="rId8"/>
    <p:sldId id="269" r:id="rId9"/>
    <p:sldId id="276" r:id="rId10"/>
    <p:sldId id="273" r:id="rId11"/>
    <p:sldId id="271" r:id="rId12"/>
    <p:sldId id="264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F221F913-4336-49C9-A33D-8FCA9FBBC2BE}">
          <p14:sldIdLst>
            <p14:sldId id="256"/>
            <p14:sldId id="257"/>
            <p14:sldId id="265"/>
            <p14:sldId id="266"/>
            <p14:sldId id="267"/>
            <p14:sldId id="268"/>
            <p14:sldId id="275"/>
            <p14:sldId id="269"/>
            <p14:sldId id="276"/>
            <p14:sldId id="273"/>
            <p14:sldId id="271"/>
            <p14:sldId id="264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AE85CB-1FAB-53AF-80F6-20905A98CFC3}" v="218" dt="2025-12-05T02:49:48.934"/>
    <p1510:client id="{F146B4FA-A3E0-FB4F-BAAF-D6CF7AD7BE97}" v="12" dt="2025-12-05T04:05:12.1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60"/>
    <p:restoredTop sz="94658"/>
  </p:normalViewPr>
  <p:slideViewPr>
    <p:cSldViewPr snapToGrid="0">
      <p:cViewPr>
        <p:scale>
          <a:sx n="74" d="100"/>
          <a:sy n="74" d="100"/>
        </p:scale>
        <p:origin x="14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hal, Darshan" userId="S::dxd121@shsu.edu::1b21bfbe-de40-4cf8-a937-ba90e99a4e97" providerId="AD" clId="Web-{705B5EC2-4F17-4A43-9879-65BD3103F73A}"/>
    <pc:docChg chg="modSld">
      <pc:chgData name="Dahal, Darshan" userId="S::dxd121@shsu.edu::1b21bfbe-de40-4cf8-a937-ba90e99a4e97" providerId="AD" clId="Web-{705B5EC2-4F17-4A43-9879-65BD3103F73A}" dt="2025-12-01T17:21:01.327" v="2" actId="20577"/>
      <pc:docMkLst>
        <pc:docMk/>
      </pc:docMkLst>
      <pc:sldChg chg="modSp">
        <pc:chgData name="Dahal, Darshan" userId="S::dxd121@shsu.edu::1b21bfbe-de40-4cf8-a937-ba90e99a4e97" providerId="AD" clId="Web-{705B5EC2-4F17-4A43-9879-65BD3103F73A}" dt="2025-12-01T17:21:01.327" v="2" actId="20577"/>
        <pc:sldMkLst>
          <pc:docMk/>
          <pc:sldMk cId="6316132" sldId="273"/>
        </pc:sldMkLst>
        <pc:spChg chg="mod">
          <ac:chgData name="Dahal, Darshan" userId="S::dxd121@shsu.edu::1b21bfbe-de40-4cf8-a937-ba90e99a4e97" providerId="AD" clId="Web-{705B5EC2-4F17-4A43-9879-65BD3103F73A}" dt="2025-12-01T17:21:01.327" v="2" actId="20577"/>
          <ac:spMkLst>
            <pc:docMk/>
            <pc:sldMk cId="6316132" sldId="273"/>
            <ac:spMk id="3" creationId="{113CF6A8-4E51-0C41-83C6-CFC8C66D1FD6}"/>
          </ac:spMkLst>
        </pc:spChg>
      </pc:sldChg>
    </pc:docChg>
  </pc:docChgLst>
  <pc:docChgLst>
    <pc:chgData name="Gonzalez-Cisneros, Leslie" userId="S::lxg181@shsu.edu::9ef5cf82-b815-475b-aae6-ba163e1a6884" providerId="AD" clId="Web-{D3AE85CB-1FAB-53AF-80F6-20905A98CFC3}"/>
    <pc:docChg chg="modSld">
      <pc:chgData name="Gonzalez-Cisneros, Leslie" userId="S::lxg181@shsu.edu::9ef5cf82-b815-475b-aae6-ba163e1a6884" providerId="AD" clId="Web-{D3AE85CB-1FAB-53AF-80F6-20905A98CFC3}" dt="2025-12-05T02:49:48.934" v="226"/>
      <pc:docMkLst>
        <pc:docMk/>
      </pc:docMkLst>
      <pc:sldChg chg="addSp modSp">
        <pc:chgData name="Gonzalez-Cisneros, Leslie" userId="S::lxg181@shsu.edu::9ef5cf82-b815-475b-aae6-ba163e1a6884" providerId="AD" clId="Web-{D3AE85CB-1FAB-53AF-80F6-20905A98CFC3}" dt="2025-12-05T02:49:48.934" v="226"/>
        <pc:sldMkLst>
          <pc:docMk/>
          <pc:sldMk cId="668767993" sldId="269"/>
        </pc:sldMkLst>
        <pc:spChg chg="mod">
          <ac:chgData name="Gonzalez-Cisneros, Leslie" userId="S::lxg181@shsu.edu::9ef5cf82-b815-475b-aae6-ba163e1a6884" providerId="AD" clId="Web-{D3AE85CB-1FAB-53AF-80F6-20905A98CFC3}" dt="2025-12-05T02:48:39.412" v="217" actId="1076"/>
          <ac:spMkLst>
            <pc:docMk/>
            <pc:sldMk cId="668767993" sldId="269"/>
            <ac:spMk id="3" creationId="{ECF4999B-8601-B749-9F7C-7A3BD06FBC59}"/>
          </ac:spMkLst>
        </pc:spChg>
        <pc:picChg chg="add mod">
          <ac:chgData name="Gonzalez-Cisneros, Leslie" userId="S::lxg181@shsu.edu::9ef5cf82-b815-475b-aae6-ba163e1a6884" providerId="AD" clId="Web-{D3AE85CB-1FAB-53AF-80F6-20905A98CFC3}" dt="2025-12-05T02:49:48.934" v="226"/>
          <ac:picMkLst>
            <pc:docMk/>
            <pc:sldMk cId="668767993" sldId="269"/>
            <ac:picMk id="4" creationId="{66F78D32-25BB-9940-D8E9-8458F9EFE860}"/>
          </ac:picMkLst>
        </pc:picChg>
        <pc:picChg chg="mod">
          <ac:chgData name="Gonzalez-Cisneros, Leslie" userId="S::lxg181@shsu.edu::9ef5cf82-b815-475b-aae6-ba163e1a6884" providerId="AD" clId="Web-{D3AE85CB-1FAB-53AF-80F6-20905A98CFC3}" dt="2025-12-05T02:49:42.762" v="224"/>
          <ac:picMkLst>
            <pc:docMk/>
            <pc:sldMk cId="668767993" sldId="269"/>
            <ac:picMk id="7" creationId="{3B342C44-12E5-86FA-DF91-8039E6F9B914}"/>
          </ac:picMkLst>
        </pc:picChg>
      </pc:sldChg>
      <pc:sldChg chg="modSp">
        <pc:chgData name="Gonzalez-Cisneros, Leslie" userId="S::lxg181@shsu.edu::9ef5cf82-b815-475b-aae6-ba163e1a6884" providerId="AD" clId="Web-{D3AE85CB-1FAB-53AF-80F6-20905A98CFC3}" dt="2025-12-05T01:07:53.678" v="2" actId="20577"/>
        <pc:sldMkLst>
          <pc:docMk/>
          <pc:sldMk cId="6316132" sldId="273"/>
        </pc:sldMkLst>
        <pc:spChg chg="mod">
          <ac:chgData name="Gonzalez-Cisneros, Leslie" userId="S::lxg181@shsu.edu::9ef5cf82-b815-475b-aae6-ba163e1a6884" providerId="AD" clId="Web-{D3AE85CB-1FAB-53AF-80F6-20905A98CFC3}" dt="2025-12-05T01:07:53.678" v="2" actId="20577"/>
          <ac:spMkLst>
            <pc:docMk/>
            <pc:sldMk cId="6316132" sldId="273"/>
            <ac:spMk id="3" creationId="{113CF6A8-4E51-0C41-83C6-CFC8C66D1FD6}"/>
          </ac:spMkLst>
        </pc:spChg>
      </pc:sldChg>
      <pc:sldChg chg="addSp delSp modSp">
        <pc:chgData name="Gonzalez-Cisneros, Leslie" userId="S::lxg181@shsu.edu::9ef5cf82-b815-475b-aae6-ba163e1a6884" providerId="AD" clId="Web-{D3AE85CB-1FAB-53AF-80F6-20905A98CFC3}" dt="2025-12-05T02:31:08.859" v="12" actId="14100"/>
        <pc:sldMkLst>
          <pc:docMk/>
          <pc:sldMk cId="3734432553" sldId="276"/>
        </pc:sldMkLst>
        <pc:picChg chg="del">
          <ac:chgData name="Gonzalez-Cisneros, Leslie" userId="S::lxg181@shsu.edu::9ef5cf82-b815-475b-aae6-ba163e1a6884" providerId="AD" clId="Web-{D3AE85CB-1FAB-53AF-80F6-20905A98CFC3}" dt="2025-12-05T02:30:14.139" v="3"/>
          <ac:picMkLst>
            <pc:docMk/>
            <pc:sldMk cId="3734432553" sldId="276"/>
            <ac:picMk id="4" creationId="{58A0B8AE-4155-C0D1-9864-632754992869}"/>
          </ac:picMkLst>
        </pc:picChg>
        <pc:picChg chg="add mod">
          <ac:chgData name="Gonzalez-Cisneros, Leslie" userId="S::lxg181@shsu.edu::9ef5cf82-b815-475b-aae6-ba163e1a6884" providerId="AD" clId="Web-{D3AE85CB-1FAB-53AF-80F6-20905A98CFC3}" dt="2025-12-05T02:30:24.202" v="6" actId="14100"/>
          <ac:picMkLst>
            <pc:docMk/>
            <pc:sldMk cId="3734432553" sldId="276"/>
            <ac:picMk id="5" creationId="{DA2C4A76-79A1-9600-B545-54214B3B8262}"/>
          </ac:picMkLst>
        </pc:picChg>
        <pc:picChg chg="add mod">
          <ac:chgData name="Gonzalez-Cisneros, Leslie" userId="S::lxg181@shsu.edu::9ef5cf82-b815-475b-aae6-ba163e1a6884" providerId="AD" clId="Web-{D3AE85CB-1FAB-53AF-80F6-20905A98CFC3}" dt="2025-12-05T02:31:08.859" v="12" actId="14100"/>
          <ac:picMkLst>
            <pc:docMk/>
            <pc:sldMk cId="3734432553" sldId="276"/>
            <ac:picMk id="6" creationId="{79BB2F7D-9E6B-8FEE-4B92-CD5B52AC0AB9}"/>
          </ac:picMkLst>
        </pc:picChg>
      </pc:sldChg>
    </pc:docChg>
  </pc:docChgLst>
  <pc:docChgLst>
    <pc:chgData name="Gonzalez-Cisneros, Leslie" userId="9ef5cf82-b815-475b-aae6-ba163e1a6884" providerId="ADAL" clId="{91F4DC1F-3554-4E51-B43C-E1992A438792}"/>
    <pc:docChg chg="undo custSel addSld delSld modSld modSection">
      <pc:chgData name="Gonzalez-Cisneros, Leslie" userId="9ef5cf82-b815-475b-aae6-ba163e1a6884" providerId="ADAL" clId="{91F4DC1F-3554-4E51-B43C-E1992A438792}" dt="2025-12-01T17:41:45.057" v="433" actId="2696"/>
      <pc:docMkLst>
        <pc:docMk/>
      </pc:docMkLst>
      <pc:sldChg chg="addSp delSp modSp mod">
        <pc:chgData name="Gonzalez-Cisneros, Leslie" userId="9ef5cf82-b815-475b-aae6-ba163e1a6884" providerId="ADAL" clId="{91F4DC1F-3554-4E51-B43C-E1992A438792}" dt="2025-12-01T16:05:37.631" v="430" actId="26606"/>
        <pc:sldMkLst>
          <pc:docMk/>
          <pc:sldMk cId="4230568872" sldId="256"/>
        </pc:sldMkLst>
        <pc:spChg chg="mod">
          <ac:chgData name="Gonzalez-Cisneros, Leslie" userId="9ef5cf82-b815-475b-aae6-ba163e1a6884" providerId="ADAL" clId="{91F4DC1F-3554-4E51-B43C-E1992A438792}" dt="2025-12-01T16:05:37.631" v="430" actId="26606"/>
          <ac:spMkLst>
            <pc:docMk/>
            <pc:sldMk cId="4230568872" sldId="256"/>
            <ac:spMk id="2" creationId="{CF3CD7E6-688E-4FB6-9EFB-0B175A7FEC16}"/>
          </ac:spMkLst>
        </pc:spChg>
        <pc:spChg chg="mod">
          <ac:chgData name="Gonzalez-Cisneros, Leslie" userId="9ef5cf82-b815-475b-aae6-ba163e1a6884" providerId="ADAL" clId="{91F4DC1F-3554-4E51-B43C-E1992A438792}" dt="2025-12-01T16:05:37.631" v="430" actId="26606"/>
          <ac:spMkLst>
            <pc:docMk/>
            <pc:sldMk cId="4230568872" sldId="256"/>
            <ac:spMk id="3" creationId="{E7F1638C-ACAB-44D1-916E-F9FD79EFD66A}"/>
          </ac:spMkLst>
        </pc:spChg>
        <pc:spChg chg="add">
          <ac:chgData name="Gonzalez-Cisneros, Leslie" userId="9ef5cf82-b815-475b-aae6-ba163e1a6884" providerId="ADAL" clId="{91F4DC1F-3554-4E51-B43C-E1992A438792}" dt="2025-12-01T16:05:37.631" v="430" actId="26606"/>
          <ac:spMkLst>
            <pc:docMk/>
            <pc:sldMk cId="4230568872" sldId="256"/>
            <ac:spMk id="42" creationId="{E91DC736-0EF8-4F87-9146-EBF1D2EE4D3D}"/>
          </ac:spMkLst>
        </pc:spChg>
        <pc:spChg chg="add">
          <ac:chgData name="Gonzalez-Cisneros, Leslie" userId="9ef5cf82-b815-475b-aae6-ba163e1a6884" providerId="ADAL" clId="{91F4DC1F-3554-4E51-B43C-E1992A438792}" dt="2025-12-01T16:05:37.631" v="430" actId="26606"/>
          <ac:spMkLst>
            <pc:docMk/>
            <pc:sldMk cId="4230568872" sldId="256"/>
            <ac:spMk id="44" creationId="{097CD68E-23E3-4007-8847-CD0944C4F7BE}"/>
          </ac:spMkLst>
        </pc:spChg>
        <pc:spChg chg="add">
          <ac:chgData name="Gonzalez-Cisneros, Leslie" userId="9ef5cf82-b815-475b-aae6-ba163e1a6884" providerId="ADAL" clId="{91F4DC1F-3554-4E51-B43C-E1992A438792}" dt="2025-12-01T16:05:37.631" v="430" actId="26606"/>
          <ac:spMkLst>
            <pc:docMk/>
            <pc:sldMk cId="4230568872" sldId="256"/>
            <ac:spMk id="46" creationId="{AF2F604E-43BE-4DC3-B983-E071523364F8}"/>
          </ac:spMkLst>
        </pc:spChg>
        <pc:spChg chg="add">
          <ac:chgData name="Gonzalez-Cisneros, Leslie" userId="9ef5cf82-b815-475b-aae6-ba163e1a6884" providerId="ADAL" clId="{91F4DC1F-3554-4E51-B43C-E1992A438792}" dt="2025-12-01T16:05:37.631" v="430" actId="26606"/>
          <ac:spMkLst>
            <pc:docMk/>
            <pc:sldMk cId="4230568872" sldId="256"/>
            <ac:spMk id="48" creationId="{08C9B587-E65E-4B52-B37C-ABEBB6E87928}"/>
          </ac:spMkLst>
        </pc:spChg>
      </pc:sldChg>
      <pc:sldChg chg="modSp mod">
        <pc:chgData name="Gonzalez-Cisneros, Leslie" userId="9ef5cf82-b815-475b-aae6-ba163e1a6884" providerId="ADAL" clId="{91F4DC1F-3554-4E51-B43C-E1992A438792}" dt="2025-11-24T18:23:33.544" v="106" actId="20577"/>
        <pc:sldMkLst>
          <pc:docMk/>
          <pc:sldMk cId="597835267" sldId="257"/>
        </pc:sldMkLst>
        <pc:graphicFrameChg chg="modGraphic">
          <ac:chgData name="Gonzalez-Cisneros, Leslie" userId="9ef5cf82-b815-475b-aae6-ba163e1a6884" providerId="ADAL" clId="{91F4DC1F-3554-4E51-B43C-E1992A438792}" dt="2025-11-24T18:23:33.544" v="106" actId="20577"/>
          <ac:graphicFrameMkLst>
            <pc:docMk/>
            <pc:sldMk cId="597835267" sldId="257"/>
            <ac:graphicFrameMk id="5" creationId="{581238EC-EDF3-152A-AE9F-A89D305D4B7D}"/>
          </ac:graphicFrameMkLst>
        </pc:graphicFrameChg>
      </pc:sldChg>
      <pc:sldChg chg="modSp mod">
        <pc:chgData name="Gonzalez-Cisneros, Leslie" userId="9ef5cf82-b815-475b-aae6-ba163e1a6884" providerId="ADAL" clId="{91F4DC1F-3554-4E51-B43C-E1992A438792}" dt="2025-11-24T18:51:51.887" v="419" actId="20577"/>
        <pc:sldMkLst>
          <pc:docMk/>
          <pc:sldMk cId="1086882798" sldId="264"/>
        </pc:sldMkLst>
        <pc:graphicFrameChg chg="modGraphic">
          <ac:chgData name="Gonzalez-Cisneros, Leslie" userId="9ef5cf82-b815-475b-aae6-ba163e1a6884" providerId="ADAL" clId="{91F4DC1F-3554-4E51-B43C-E1992A438792}" dt="2025-11-24T18:51:51.887" v="419" actId="20577"/>
          <ac:graphicFrameMkLst>
            <pc:docMk/>
            <pc:sldMk cId="1086882798" sldId="264"/>
            <ac:graphicFrameMk id="24" creationId="{CB900BA6-F9D7-881E-A69D-B072DD5C0160}"/>
          </ac:graphicFrameMkLst>
        </pc:graphicFrameChg>
      </pc:sldChg>
      <pc:sldChg chg="modSp mod">
        <pc:chgData name="Gonzalez-Cisneros, Leslie" userId="9ef5cf82-b815-475b-aae6-ba163e1a6884" providerId="ADAL" clId="{91F4DC1F-3554-4E51-B43C-E1992A438792}" dt="2025-11-24T18:30:32.627" v="180" actId="20577"/>
        <pc:sldMkLst>
          <pc:docMk/>
          <pc:sldMk cId="3706969211" sldId="265"/>
        </pc:sldMkLst>
        <pc:spChg chg="mod">
          <ac:chgData name="Gonzalez-Cisneros, Leslie" userId="9ef5cf82-b815-475b-aae6-ba163e1a6884" providerId="ADAL" clId="{91F4DC1F-3554-4E51-B43C-E1992A438792}" dt="2025-11-24T18:30:32.627" v="180" actId="20577"/>
          <ac:spMkLst>
            <pc:docMk/>
            <pc:sldMk cId="3706969211" sldId="265"/>
            <ac:spMk id="2" creationId="{484D1314-3AED-49D3-A72F-4A49C2F5C2E9}"/>
          </ac:spMkLst>
        </pc:spChg>
        <pc:graphicFrameChg chg="mod modGraphic">
          <ac:chgData name="Gonzalez-Cisneros, Leslie" userId="9ef5cf82-b815-475b-aae6-ba163e1a6884" providerId="ADAL" clId="{91F4DC1F-3554-4E51-B43C-E1992A438792}" dt="2025-11-24T18:30:17.241" v="178" actId="20577"/>
          <ac:graphicFrameMkLst>
            <pc:docMk/>
            <pc:sldMk cId="3706969211" sldId="265"/>
            <ac:graphicFrameMk id="14" creationId="{366DD152-6EE0-742B-9242-85B85656D42C}"/>
          </ac:graphicFrameMkLst>
        </pc:graphicFrameChg>
      </pc:sldChg>
      <pc:sldChg chg="modSp mod">
        <pc:chgData name="Gonzalez-Cisneros, Leslie" userId="9ef5cf82-b815-475b-aae6-ba163e1a6884" providerId="ADAL" clId="{91F4DC1F-3554-4E51-B43C-E1992A438792}" dt="2025-11-24T18:31:28.131" v="181" actId="113"/>
        <pc:sldMkLst>
          <pc:docMk/>
          <pc:sldMk cId="2194835343" sldId="266"/>
        </pc:sldMkLst>
        <pc:spChg chg="mod">
          <ac:chgData name="Gonzalez-Cisneros, Leslie" userId="9ef5cf82-b815-475b-aae6-ba163e1a6884" providerId="ADAL" clId="{91F4DC1F-3554-4E51-B43C-E1992A438792}" dt="2025-11-24T18:31:28.131" v="181" actId="113"/>
          <ac:spMkLst>
            <pc:docMk/>
            <pc:sldMk cId="2194835343" sldId="266"/>
            <ac:spMk id="2" creationId="{1B3A175C-F1C7-4842-96B6-59A1E9209AAC}"/>
          </ac:spMkLst>
        </pc:spChg>
      </pc:sldChg>
      <pc:sldChg chg="addSp delSp modSp mod">
        <pc:chgData name="Gonzalez-Cisneros, Leslie" userId="9ef5cf82-b815-475b-aae6-ba163e1a6884" providerId="ADAL" clId="{91F4DC1F-3554-4E51-B43C-E1992A438792}" dt="2025-11-25T21:55:17.146" v="427" actId="478"/>
        <pc:sldMkLst>
          <pc:docMk/>
          <pc:sldMk cId="668767993" sldId="269"/>
        </pc:sldMkLst>
        <pc:spChg chg="mod">
          <ac:chgData name="Gonzalez-Cisneros, Leslie" userId="9ef5cf82-b815-475b-aae6-ba163e1a6884" providerId="ADAL" clId="{91F4DC1F-3554-4E51-B43C-E1992A438792}" dt="2025-11-25T21:54:06.515" v="422" actId="26606"/>
          <ac:spMkLst>
            <pc:docMk/>
            <pc:sldMk cId="668767993" sldId="269"/>
            <ac:spMk id="2" creationId="{EDB26FF9-EA51-A94F-A7DE-307A188EBCD8}"/>
          </ac:spMkLst>
        </pc:spChg>
        <pc:spChg chg="mod">
          <ac:chgData name="Gonzalez-Cisneros, Leslie" userId="9ef5cf82-b815-475b-aae6-ba163e1a6884" providerId="ADAL" clId="{91F4DC1F-3554-4E51-B43C-E1992A438792}" dt="2025-11-25T21:54:06.515" v="422" actId="26606"/>
          <ac:spMkLst>
            <pc:docMk/>
            <pc:sldMk cId="668767993" sldId="269"/>
            <ac:spMk id="3" creationId="{ECF4999B-8601-B749-9F7C-7A3BD06FBC59}"/>
          </ac:spMkLst>
        </pc:spChg>
        <pc:picChg chg="mod">
          <ac:chgData name="Gonzalez-Cisneros, Leslie" userId="9ef5cf82-b815-475b-aae6-ba163e1a6884" providerId="ADAL" clId="{91F4DC1F-3554-4E51-B43C-E1992A438792}" dt="2025-11-25T21:54:06.515" v="422" actId="26606"/>
          <ac:picMkLst>
            <pc:docMk/>
            <pc:sldMk cId="668767993" sldId="269"/>
            <ac:picMk id="7" creationId="{3B342C44-12E5-86FA-DF91-8039E6F9B914}"/>
          </ac:picMkLst>
        </pc:picChg>
      </pc:sldChg>
      <pc:sldChg chg="addSp delSp modSp mod">
        <pc:chgData name="Gonzalez-Cisneros, Leslie" userId="9ef5cf82-b815-475b-aae6-ba163e1a6884" providerId="ADAL" clId="{91F4DC1F-3554-4E51-B43C-E1992A438792}" dt="2025-12-01T16:00:58.692" v="429" actId="26606"/>
        <pc:sldMkLst>
          <pc:docMk/>
          <pc:sldMk cId="6316132" sldId="273"/>
        </pc:sldMkLst>
        <pc:spChg chg="mod">
          <ac:chgData name="Gonzalez-Cisneros, Leslie" userId="9ef5cf82-b815-475b-aae6-ba163e1a6884" providerId="ADAL" clId="{91F4DC1F-3554-4E51-B43C-E1992A438792}" dt="2025-12-01T16:00:58.692" v="429" actId="26606"/>
          <ac:spMkLst>
            <pc:docMk/>
            <pc:sldMk cId="6316132" sldId="273"/>
            <ac:spMk id="2" creationId="{4F332094-55CA-7141-A399-6473C09A17F5}"/>
          </ac:spMkLst>
        </pc:spChg>
        <pc:spChg chg="mod">
          <ac:chgData name="Gonzalez-Cisneros, Leslie" userId="9ef5cf82-b815-475b-aae6-ba163e1a6884" providerId="ADAL" clId="{91F4DC1F-3554-4E51-B43C-E1992A438792}" dt="2025-12-01T16:00:58.692" v="429" actId="26606"/>
          <ac:spMkLst>
            <pc:docMk/>
            <pc:sldMk cId="6316132" sldId="273"/>
            <ac:spMk id="3" creationId="{113CF6A8-4E51-0C41-83C6-CFC8C66D1FD6}"/>
          </ac:spMkLst>
        </pc:spChg>
        <pc:spChg chg="add">
          <ac:chgData name="Gonzalez-Cisneros, Leslie" userId="9ef5cf82-b815-475b-aae6-ba163e1a6884" providerId="ADAL" clId="{91F4DC1F-3554-4E51-B43C-E1992A438792}" dt="2025-12-01T16:00:58.692" v="429" actId="26606"/>
          <ac:spMkLst>
            <pc:docMk/>
            <pc:sldMk cId="6316132" sldId="273"/>
            <ac:spMk id="18" creationId="{2C61293E-6EBE-43EF-A52C-9BEBFD7679D4}"/>
          </ac:spMkLst>
        </pc:spChg>
        <pc:spChg chg="add">
          <ac:chgData name="Gonzalez-Cisneros, Leslie" userId="9ef5cf82-b815-475b-aae6-ba163e1a6884" providerId="ADAL" clId="{91F4DC1F-3554-4E51-B43C-E1992A438792}" dt="2025-12-01T16:00:58.692" v="429" actId="26606"/>
          <ac:spMkLst>
            <pc:docMk/>
            <pc:sldMk cId="6316132" sldId="273"/>
            <ac:spMk id="20" creationId="{21540236-BFD5-4A9D-8840-4703E7F76825}"/>
          </ac:spMkLst>
        </pc:spChg>
      </pc:sldChg>
      <pc:sldChg chg="addSp delSp modSp mod">
        <pc:chgData name="Gonzalez-Cisneros, Leslie" userId="9ef5cf82-b815-475b-aae6-ba163e1a6884" providerId="ADAL" clId="{91F4DC1F-3554-4E51-B43C-E1992A438792}" dt="2025-12-01T16:00:46.405" v="428" actId="26606"/>
        <pc:sldMkLst>
          <pc:docMk/>
          <pc:sldMk cId="3734432553" sldId="276"/>
        </pc:sldMkLst>
        <pc:spChg chg="mod">
          <ac:chgData name="Gonzalez-Cisneros, Leslie" userId="9ef5cf82-b815-475b-aae6-ba163e1a6884" providerId="ADAL" clId="{91F4DC1F-3554-4E51-B43C-E1992A438792}" dt="2025-12-01T16:00:46.405" v="428" actId="26606"/>
          <ac:spMkLst>
            <pc:docMk/>
            <pc:sldMk cId="3734432553" sldId="276"/>
            <ac:spMk id="2" creationId="{DEF64697-28C7-1364-E1F5-0A33BFAA0AC0}"/>
          </ac:spMkLst>
        </pc:spChg>
        <pc:spChg chg="mod">
          <ac:chgData name="Gonzalez-Cisneros, Leslie" userId="9ef5cf82-b815-475b-aae6-ba163e1a6884" providerId="ADAL" clId="{91F4DC1F-3554-4E51-B43C-E1992A438792}" dt="2025-12-01T16:00:46.405" v="428" actId="26606"/>
          <ac:spMkLst>
            <pc:docMk/>
            <pc:sldMk cId="3734432553" sldId="276"/>
            <ac:spMk id="3" creationId="{E441D5E9-7594-975F-65C8-98CF0BCAD609}"/>
          </ac:spMkLst>
        </pc:spChg>
      </pc:sldChg>
    </pc:docChg>
  </pc:docChgLst>
  <pc:docChgLst>
    <pc:chgData name="Liles, Cadence" userId="S::cel053@shsu.edu::1a74ec32-4a8d-4c77-8ba4-c1d62d008f02" providerId="AD" clId="Web-{5EFB768A-A9F0-D652-53FA-9BFDC50D1D31}"/>
    <pc:docChg chg="modSld">
      <pc:chgData name="Liles, Cadence" userId="S::cel053@shsu.edu::1a74ec32-4a8d-4c77-8ba4-c1d62d008f02" providerId="AD" clId="Web-{5EFB768A-A9F0-D652-53FA-9BFDC50D1D31}" dt="2025-11-24T18:21:43.340" v="9" actId="1076"/>
      <pc:docMkLst>
        <pc:docMk/>
      </pc:docMkLst>
      <pc:sldChg chg="modSp">
        <pc:chgData name="Liles, Cadence" userId="S::cel053@shsu.edu::1a74ec32-4a8d-4c77-8ba4-c1d62d008f02" providerId="AD" clId="Web-{5EFB768A-A9F0-D652-53FA-9BFDC50D1D31}" dt="2025-11-24T18:21:43.340" v="9" actId="1076"/>
        <pc:sldMkLst>
          <pc:docMk/>
          <pc:sldMk cId="597835267" sldId="257"/>
        </pc:sldMkLst>
        <pc:graphicFrameChg chg="mod modGraphic">
          <ac:chgData name="Liles, Cadence" userId="S::cel053@shsu.edu::1a74ec32-4a8d-4c77-8ba4-c1d62d008f02" providerId="AD" clId="Web-{5EFB768A-A9F0-D652-53FA-9BFDC50D1D31}" dt="2025-11-24T18:21:43.340" v="9" actId="1076"/>
          <ac:graphicFrameMkLst>
            <pc:docMk/>
            <pc:sldMk cId="597835267" sldId="257"/>
            <ac:graphicFrameMk id="5" creationId="{581238EC-EDF3-152A-AE9F-A89D305D4B7D}"/>
          </ac:graphicFrameMkLst>
        </pc:graphicFrameChg>
      </pc:sldChg>
      <pc:sldChg chg="modSp">
        <pc:chgData name="Liles, Cadence" userId="S::cel053@shsu.edu::1a74ec32-4a8d-4c77-8ba4-c1d62d008f02" providerId="AD" clId="Web-{5EFB768A-A9F0-D652-53FA-9BFDC50D1D31}" dt="2025-11-24T18:17:51.418" v="2" actId="1076"/>
        <pc:sldMkLst>
          <pc:docMk/>
          <pc:sldMk cId="3372628192" sldId="268"/>
        </pc:sldMkLst>
      </pc:sldChg>
      <pc:sldChg chg="modSp">
        <pc:chgData name="Liles, Cadence" userId="S::cel053@shsu.edu::1a74ec32-4a8d-4c77-8ba4-c1d62d008f02" providerId="AD" clId="Web-{5EFB768A-A9F0-D652-53FA-9BFDC50D1D31}" dt="2025-11-24T17:20:00.378" v="1" actId="1076"/>
        <pc:sldMkLst>
          <pc:docMk/>
          <pc:sldMk cId="1244013434" sldId="275"/>
        </pc:sldMkLst>
        <pc:picChg chg="mod">
          <ac:chgData name="Liles, Cadence" userId="S::cel053@shsu.edu::1a74ec32-4a8d-4c77-8ba4-c1d62d008f02" providerId="AD" clId="Web-{5EFB768A-A9F0-D652-53FA-9BFDC50D1D31}" dt="2025-11-24T17:20:00.378" v="1" actId="1076"/>
          <ac:picMkLst>
            <pc:docMk/>
            <pc:sldMk cId="1244013434" sldId="275"/>
            <ac:picMk id="4" creationId="{2151B996-50F5-FC7C-74D4-C6A9CE9EA654}"/>
          </ac:picMkLst>
        </pc:picChg>
      </pc:sldChg>
    </pc:docChg>
  </pc:docChgLst>
  <pc:docChgLst>
    <pc:chgData name="Liles, Cadence" userId="1a74ec32-4a8d-4c77-8ba4-c1d62d008f02" providerId="ADAL" clId="{2D7197C2-5884-5611-83D7-E48F3305E355}"/>
    <pc:docChg chg="undo custSel modSld">
      <pc:chgData name="Liles, Cadence" userId="1a74ec32-4a8d-4c77-8ba4-c1d62d008f02" providerId="ADAL" clId="{2D7197C2-5884-5611-83D7-E48F3305E355}" dt="2025-12-05T04:06:02.744" v="564" actId="1076"/>
      <pc:docMkLst>
        <pc:docMk/>
      </pc:docMkLst>
      <pc:sldChg chg="addSp delSp modSp mod">
        <pc:chgData name="Liles, Cadence" userId="1a74ec32-4a8d-4c77-8ba4-c1d62d008f02" providerId="ADAL" clId="{2D7197C2-5884-5611-83D7-E48F3305E355}" dt="2025-12-01T17:48:05.917" v="24" actId="1076"/>
        <pc:sldMkLst>
          <pc:docMk/>
          <pc:sldMk cId="2194835343" sldId="266"/>
        </pc:sldMkLst>
        <pc:picChg chg="add mod modCrop">
          <ac:chgData name="Liles, Cadence" userId="1a74ec32-4a8d-4c77-8ba4-c1d62d008f02" providerId="ADAL" clId="{2D7197C2-5884-5611-83D7-E48F3305E355}" dt="2025-12-01T17:48:05.917" v="24" actId="1076"/>
          <ac:picMkLst>
            <pc:docMk/>
            <pc:sldMk cId="2194835343" sldId="266"/>
            <ac:picMk id="5" creationId="{84E541B6-7CF4-61B0-3286-50C1E7D5F8B5}"/>
          </ac:picMkLst>
        </pc:picChg>
      </pc:sldChg>
      <pc:sldChg chg="addSp delSp modSp mod">
        <pc:chgData name="Liles, Cadence" userId="1a74ec32-4a8d-4c77-8ba4-c1d62d008f02" providerId="ADAL" clId="{2D7197C2-5884-5611-83D7-E48F3305E355}" dt="2025-12-01T18:24:31.906" v="34" actId="1076"/>
        <pc:sldMkLst>
          <pc:docMk/>
          <pc:sldMk cId="3372628192" sldId="268"/>
        </pc:sldMkLst>
        <pc:picChg chg="add mod modCrop">
          <ac:chgData name="Liles, Cadence" userId="1a74ec32-4a8d-4c77-8ba4-c1d62d008f02" providerId="ADAL" clId="{2D7197C2-5884-5611-83D7-E48F3305E355}" dt="2025-12-01T18:24:31.906" v="34" actId="1076"/>
          <ac:picMkLst>
            <pc:docMk/>
            <pc:sldMk cId="3372628192" sldId="268"/>
            <ac:picMk id="7" creationId="{DF59E484-AA8E-BB21-337C-0BDD4062BF18}"/>
          </ac:picMkLst>
        </pc:picChg>
      </pc:sldChg>
      <pc:sldChg chg="addSp delSp modSp mod">
        <pc:chgData name="Liles, Cadence" userId="1a74ec32-4a8d-4c77-8ba4-c1d62d008f02" providerId="ADAL" clId="{2D7197C2-5884-5611-83D7-E48F3305E355}" dt="2025-12-05T04:06:02.744" v="564" actId="1076"/>
        <pc:sldMkLst>
          <pc:docMk/>
          <pc:sldMk cId="668767993" sldId="269"/>
        </pc:sldMkLst>
        <pc:spChg chg="mod">
          <ac:chgData name="Liles, Cadence" userId="1a74ec32-4a8d-4c77-8ba4-c1d62d008f02" providerId="ADAL" clId="{2D7197C2-5884-5611-83D7-E48F3305E355}" dt="2025-12-05T04:05:56.792" v="560" actId="26606"/>
          <ac:spMkLst>
            <pc:docMk/>
            <pc:sldMk cId="668767993" sldId="269"/>
            <ac:spMk id="2" creationId="{EDB26FF9-EA51-A94F-A7DE-307A188EBCD8}"/>
          </ac:spMkLst>
        </pc:spChg>
        <pc:spChg chg="mod ord">
          <ac:chgData name="Liles, Cadence" userId="1a74ec32-4a8d-4c77-8ba4-c1d62d008f02" providerId="ADAL" clId="{2D7197C2-5884-5611-83D7-E48F3305E355}" dt="2025-12-05T04:05:56.792" v="560" actId="26606"/>
          <ac:spMkLst>
            <pc:docMk/>
            <pc:sldMk cId="668767993" sldId="269"/>
            <ac:spMk id="3" creationId="{ECF4999B-8601-B749-9F7C-7A3BD06FBC59}"/>
          </ac:spMkLst>
        </pc:spChg>
        <pc:spChg chg="add del">
          <ac:chgData name="Liles, Cadence" userId="1a74ec32-4a8d-4c77-8ba4-c1d62d008f02" providerId="ADAL" clId="{2D7197C2-5884-5611-83D7-E48F3305E355}" dt="2025-12-05T03:52:00.934" v="138" actId="26606"/>
          <ac:spMkLst>
            <pc:docMk/>
            <pc:sldMk cId="668767993" sldId="269"/>
            <ac:spMk id="33" creationId="{1382A32C-5B0C-4B1C-A074-76C6DBCC9F87}"/>
          </ac:spMkLst>
        </pc:spChg>
        <pc:spChg chg="add del">
          <ac:chgData name="Liles, Cadence" userId="1a74ec32-4a8d-4c77-8ba4-c1d62d008f02" providerId="ADAL" clId="{2D7197C2-5884-5611-83D7-E48F3305E355}" dt="2025-12-05T03:52:00.934" v="138" actId="26606"/>
          <ac:spMkLst>
            <pc:docMk/>
            <pc:sldMk cId="668767993" sldId="269"/>
            <ac:spMk id="34" creationId="{149FB5C3-7336-4FE0-A30C-CC0A3646D499}"/>
          </ac:spMkLst>
        </pc:spChg>
        <pc:spChg chg="add del">
          <ac:chgData name="Liles, Cadence" userId="1a74ec32-4a8d-4c77-8ba4-c1d62d008f02" providerId="ADAL" clId="{2D7197C2-5884-5611-83D7-E48F3305E355}" dt="2025-12-05T03:52:00.934" v="138" actId="26606"/>
          <ac:spMkLst>
            <pc:docMk/>
            <pc:sldMk cId="668767993" sldId="269"/>
            <ac:spMk id="37" creationId="{0DA909B4-15FF-46A6-8A7F-7AEF977FE9ED}"/>
          </ac:spMkLst>
        </pc:spChg>
        <pc:spChg chg="add del">
          <ac:chgData name="Liles, Cadence" userId="1a74ec32-4a8d-4c77-8ba4-c1d62d008f02" providerId="ADAL" clId="{2D7197C2-5884-5611-83D7-E48F3305E355}" dt="2025-12-05T03:52:00.926" v="137" actId="26606"/>
          <ac:spMkLst>
            <pc:docMk/>
            <pc:sldMk cId="668767993" sldId="269"/>
            <ac:spMk id="42" creationId="{99F1FFA9-D672-408C-9220-ADEEC6ABDD09}"/>
          </ac:spMkLst>
        </pc:spChg>
        <pc:spChg chg="add del">
          <ac:chgData name="Liles, Cadence" userId="1a74ec32-4a8d-4c77-8ba4-c1d62d008f02" providerId="ADAL" clId="{2D7197C2-5884-5611-83D7-E48F3305E355}" dt="2025-12-05T04:05:56.797" v="561" actId="26606"/>
          <ac:spMkLst>
            <pc:docMk/>
            <pc:sldMk cId="668767993" sldId="269"/>
            <ac:spMk id="44" creationId="{7D42D292-4C48-479B-9E59-E29CD9871C0C}"/>
          </ac:spMkLst>
        </pc:spChg>
        <pc:spChg chg="add del">
          <ac:chgData name="Liles, Cadence" userId="1a74ec32-4a8d-4c77-8ba4-c1d62d008f02" providerId="ADAL" clId="{2D7197C2-5884-5611-83D7-E48F3305E355}" dt="2025-12-05T04:05:56.797" v="561" actId="26606"/>
          <ac:spMkLst>
            <pc:docMk/>
            <pc:sldMk cId="668767993" sldId="269"/>
            <ac:spMk id="45" creationId="{53E60C6D-4E85-4E14-BCDF-BF15C241F7CA}"/>
          </ac:spMkLst>
        </pc:spChg>
        <pc:spChg chg="add del">
          <ac:chgData name="Liles, Cadence" userId="1a74ec32-4a8d-4c77-8ba4-c1d62d008f02" providerId="ADAL" clId="{2D7197C2-5884-5611-83D7-E48F3305E355}" dt="2025-12-05T04:05:56.797" v="561" actId="26606"/>
          <ac:spMkLst>
            <pc:docMk/>
            <pc:sldMk cId="668767993" sldId="269"/>
            <ac:spMk id="46" creationId="{533DF362-939D-4EEE-8DC4-6B54607E5611}"/>
          </ac:spMkLst>
        </pc:spChg>
        <pc:spChg chg="add del">
          <ac:chgData name="Liles, Cadence" userId="1a74ec32-4a8d-4c77-8ba4-c1d62d008f02" providerId="ADAL" clId="{2D7197C2-5884-5611-83D7-E48F3305E355}" dt="2025-12-05T04:05:56.027" v="558" actId="26606"/>
          <ac:spMkLst>
            <pc:docMk/>
            <pc:sldMk cId="668767993" sldId="269"/>
            <ac:spMk id="51" creationId="{53E60C6D-4E85-4E14-BCDF-BF15C241F7CA}"/>
          </ac:spMkLst>
        </pc:spChg>
        <pc:spChg chg="add del">
          <ac:chgData name="Liles, Cadence" userId="1a74ec32-4a8d-4c77-8ba4-c1d62d008f02" providerId="ADAL" clId="{2D7197C2-5884-5611-83D7-E48F3305E355}" dt="2025-12-05T04:05:56.027" v="558" actId="26606"/>
          <ac:spMkLst>
            <pc:docMk/>
            <pc:sldMk cId="668767993" sldId="269"/>
            <ac:spMk id="53" creationId="{7D42D292-4C48-479B-9E59-E29CD9871C0C}"/>
          </ac:spMkLst>
        </pc:spChg>
        <pc:spChg chg="add del">
          <ac:chgData name="Liles, Cadence" userId="1a74ec32-4a8d-4c77-8ba4-c1d62d008f02" providerId="ADAL" clId="{2D7197C2-5884-5611-83D7-E48F3305E355}" dt="2025-12-05T04:05:56.027" v="558" actId="26606"/>
          <ac:spMkLst>
            <pc:docMk/>
            <pc:sldMk cId="668767993" sldId="269"/>
            <ac:spMk id="55" creationId="{533DF362-939D-4EEE-8DC4-6B54607E5611}"/>
          </ac:spMkLst>
        </pc:spChg>
        <pc:spChg chg="add del">
          <ac:chgData name="Liles, Cadence" userId="1a74ec32-4a8d-4c77-8ba4-c1d62d008f02" providerId="ADAL" clId="{2D7197C2-5884-5611-83D7-E48F3305E355}" dt="2025-12-05T04:05:56.792" v="560" actId="26606"/>
          <ac:spMkLst>
            <pc:docMk/>
            <pc:sldMk cId="668767993" sldId="269"/>
            <ac:spMk id="57" creationId="{ACD0B258-678B-4A8C-894F-848AF24A1922}"/>
          </ac:spMkLst>
        </pc:spChg>
        <pc:spChg chg="add del">
          <ac:chgData name="Liles, Cadence" userId="1a74ec32-4a8d-4c77-8ba4-c1d62d008f02" providerId="ADAL" clId="{2D7197C2-5884-5611-83D7-E48F3305E355}" dt="2025-12-05T04:05:56.792" v="560" actId="26606"/>
          <ac:spMkLst>
            <pc:docMk/>
            <pc:sldMk cId="668767993" sldId="269"/>
            <ac:spMk id="59" creationId="{C8D58395-74AF-401A-AF2F-76B6FCF71DFE}"/>
          </ac:spMkLst>
        </pc:spChg>
        <pc:spChg chg="add del">
          <ac:chgData name="Liles, Cadence" userId="1a74ec32-4a8d-4c77-8ba4-c1d62d008f02" providerId="ADAL" clId="{2D7197C2-5884-5611-83D7-E48F3305E355}" dt="2025-12-05T04:05:56.792" v="560" actId="26606"/>
          <ac:spMkLst>
            <pc:docMk/>
            <pc:sldMk cId="668767993" sldId="269"/>
            <ac:spMk id="60" creationId="{4C6B5652-C661-4C58-B937-F0F490F7FCB2}"/>
          </ac:spMkLst>
        </pc:spChg>
        <pc:spChg chg="add del">
          <ac:chgData name="Liles, Cadence" userId="1a74ec32-4a8d-4c77-8ba4-c1d62d008f02" providerId="ADAL" clId="{2D7197C2-5884-5611-83D7-E48F3305E355}" dt="2025-12-05T04:05:56.792" v="560" actId="26606"/>
          <ac:spMkLst>
            <pc:docMk/>
            <pc:sldMk cId="668767993" sldId="269"/>
            <ac:spMk id="61" creationId="{2F003F3F-F118-41D2-AA3F-74DB0D1970BB}"/>
          </ac:spMkLst>
        </pc:spChg>
        <pc:spChg chg="add del">
          <ac:chgData name="Liles, Cadence" userId="1a74ec32-4a8d-4c77-8ba4-c1d62d008f02" providerId="ADAL" clId="{2D7197C2-5884-5611-83D7-E48F3305E355}" dt="2025-12-05T04:05:56.792" v="560" actId="26606"/>
          <ac:spMkLst>
            <pc:docMk/>
            <pc:sldMk cId="668767993" sldId="269"/>
            <ac:spMk id="62" creationId="{0B936867-6407-43FB-9DE6-1B0879D0CB31}"/>
          </ac:spMkLst>
        </pc:spChg>
        <pc:spChg chg="add">
          <ac:chgData name="Liles, Cadence" userId="1a74ec32-4a8d-4c77-8ba4-c1d62d008f02" providerId="ADAL" clId="{2D7197C2-5884-5611-83D7-E48F3305E355}" dt="2025-12-05T04:05:56.797" v="561" actId="26606"/>
          <ac:spMkLst>
            <pc:docMk/>
            <pc:sldMk cId="668767993" sldId="269"/>
            <ac:spMk id="64" creationId="{53E60C6D-4E85-4E14-BCDF-BF15C241F7CA}"/>
          </ac:spMkLst>
        </pc:spChg>
        <pc:spChg chg="add">
          <ac:chgData name="Liles, Cadence" userId="1a74ec32-4a8d-4c77-8ba4-c1d62d008f02" providerId="ADAL" clId="{2D7197C2-5884-5611-83D7-E48F3305E355}" dt="2025-12-05T04:05:56.797" v="561" actId="26606"/>
          <ac:spMkLst>
            <pc:docMk/>
            <pc:sldMk cId="668767993" sldId="269"/>
            <ac:spMk id="65" creationId="{7D42D292-4C48-479B-9E59-E29CD9871C0C}"/>
          </ac:spMkLst>
        </pc:spChg>
        <pc:spChg chg="add">
          <ac:chgData name="Liles, Cadence" userId="1a74ec32-4a8d-4c77-8ba4-c1d62d008f02" providerId="ADAL" clId="{2D7197C2-5884-5611-83D7-E48F3305E355}" dt="2025-12-05T04:05:56.797" v="561" actId="26606"/>
          <ac:spMkLst>
            <pc:docMk/>
            <pc:sldMk cId="668767993" sldId="269"/>
            <ac:spMk id="66" creationId="{533DF362-939D-4EEE-8DC4-6B54607E5611}"/>
          </ac:spMkLst>
        </pc:spChg>
        <pc:grpChg chg="add del">
          <ac:chgData name="Liles, Cadence" userId="1a74ec32-4a8d-4c77-8ba4-c1d62d008f02" providerId="ADAL" clId="{2D7197C2-5884-5611-83D7-E48F3305E355}" dt="2025-12-05T03:52:00.926" v="137" actId="26606"/>
          <ac:grpSpMkLst>
            <pc:docMk/>
            <pc:sldMk cId="668767993" sldId="269"/>
            <ac:grpSpMk id="35" creationId="{19A6B5CE-CB1D-48EE-8B43-E952235C8371}"/>
          </ac:grpSpMkLst>
        </pc:grpChg>
        <pc:picChg chg="del">
          <ac:chgData name="Liles, Cadence" userId="1a74ec32-4a8d-4c77-8ba4-c1d62d008f02" providerId="ADAL" clId="{2D7197C2-5884-5611-83D7-E48F3305E355}" dt="2025-12-05T03:51:30.612" v="125" actId="478"/>
          <ac:picMkLst>
            <pc:docMk/>
            <pc:sldMk cId="668767993" sldId="269"/>
            <ac:picMk id="4" creationId="{66F78D32-25BB-9940-D8E9-8458F9EFE860}"/>
          </ac:picMkLst>
        </pc:picChg>
        <pc:picChg chg="add del mod">
          <ac:chgData name="Liles, Cadence" userId="1a74ec32-4a8d-4c77-8ba4-c1d62d008f02" providerId="ADAL" clId="{2D7197C2-5884-5611-83D7-E48F3305E355}" dt="2025-12-05T02:55:23.135" v="37" actId="478"/>
          <ac:picMkLst>
            <pc:docMk/>
            <pc:sldMk cId="668767993" sldId="269"/>
            <ac:picMk id="5" creationId="{53548E06-BEEC-090D-8224-434158124141}"/>
          </ac:picMkLst>
        </pc:picChg>
        <pc:picChg chg="add del mod">
          <ac:chgData name="Liles, Cadence" userId="1a74ec32-4a8d-4c77-8ba4-c1d62d008f02" providerId="ADAL" clId="{2D7197C2-5884-5611-83D7-E48F3305E355}" dt="2025-12-05T03:02:10.039" v="41" actId="478"/>
          <ac:picMkLst>
            <pc:docMk/>
            <pc:sldMk cId="668767993" sldId="269"/>
            <ac:picMk id="6" creationId="{06929A85-25D1-771F-EDE7-5C8EAF44C57D}"/>
          </ac:picMkLst>
        </pc:picChg>
        <pc:picChg chg="mod ord modCrop">
          <ac:chgData name="Liles, Cadence" userId="1a74ec32-4a8d-4c77-8ba4-c1d62d008f02" providerId="ADAL" clId="{2D7197C2-5884-5611-83D7-E48F3305E355}" dt="2025-12-05T04:06:02.744" v="564" actId="1076"/>
          <ac:picMkLst>
            <pc:docMk/>
            <pc:sldMk cId="668767993" sldId="269"/>
            <ac:picMk id="7" creationId="{3B342C44-12E5-86FA-DF91-8039E6F9B914}"/>
          </ac:picMkLst>
        </pc:picChg>
        <pc:picChg chg="add mod">
          <ac:chgData name="Liles, Cadence" userId="1a74ec32-4a8d-4c77-8ba4-c1d62d008f02" providerId="ADAL" clId="{2D7197C2-5884-5611-83D7-E48F3305E355}" dt="2025-12-05T03:52:00.934" v="138" actId="26606"/>
          <ac:picMkLst>
            <pc:docMk/>
            <pc:sldMk cId="668767993" sldId="269"/>
            <ac:picMk id="8" creationId="{CB60B1CD-DFC9-B084-EEE0-4EF83A7428B8}"/>
          </ac:picMkLst>
        </pc:picChg>
      </pc:sldChg>
      <pc:sldChg chg="modSp">
        <pc:chgData name="Liles, Cadence" userId="1a74ec32-4a8d-4c77-8ba4-c1d62d008f02" providerId="ADAL" clId="{2D7197C2-5884-5611-83D7-E48F3305E355}" dt="2025-12-01T16:59:54.398" v="12" actId="255"/>
        <pc:sldMkLst>
          <pc:docMk/>
          <pc:sldMk cId="176159457" sldId="271"/>
        </pc:sldMkLst>
        <pc:graphicFrameChg chg="mod">
          <ac:chgData name="Liles, Cadence" userId="1a74ec32-4a8d-4c77-8ba4-c1d62d008f02" providerId="ADAL" clId="{2D7197C2-5884-5611-83D7-E48F3305E355}" dt="2025-12-01T16:59:54.398" v="12" actId="255"/>
          <ac:graphicFrameMkLst>
            <pc:docMk/>
            <pc:sldMk cId="176159457" sldId="271"/>
            <ac:graphicFrameMk id="14" creationId="{9DA9FDDF-2262-A8DC-3EC2-010A13C2BDDA}"/>
          </ac:graphicFrameMkLst>
        </pc:graphicFrameChg>
      </pc:sldChg>
      <pc:sldChg chg="addSp delSp modSp mod">
        <pc:chgData name="Liles, Cadence" userId="1a74ec32-4a8d-4c77-8ba4-c1d62d008f02" providerId="ADAL" clId="{2D7197C2-5884-5611-83D7-E48F3305E355}" dt="2025-12-05T04:05:24.783" v="553" actId="313"/>
        <pc:sldMkLst>
          <pc:docMk/>
          <pc:sldMk cId="6316132" sldId="273"/>
        </pc:sldMkLst>
        <pc:spChg chg="mod">
          <ac:chgData name="Liles, Cadence" userId="1a74ec32-4a8d-4c77-8ba4-c1d62d008f02" providerId="ADAL" clId="{2D7197C2-5884-5611-83D7-E48F3305E355}" dt="2025-12-05T04:05:16.495" v="552" actId="26606"/>
          <ac:spMkLst>
            <pc:docMk/>
            <pc:sldMk cId="6316132" sldId="273"/>
            <ac:spMk id="2" creationId="{4F332094-55CA-7141-A399-6473C09A17F5}"/>
          </ac:spMkLst>
        </pc:spChg>
        <pc:spChg chg="mod ord">
          <ac:chgData name="Liles, Cadence" userId="1a74ec32-4a8d-4c77-8ba4-c1d62d008f02" providerId="ADAL" clId="{2D7197C2-5884-5611-83D7-E48F3305E355}" dt="2025-12-05T04:05:24.783" v="553" actId="313"/>
          <ac:spMkLst>
            <pc:docMk/>
            <pc:sldMk cId="6316132" sldId="273"/>
            <ac:spMk id="3" creationId="{113CF6A8-4E51-0C41-83C6-CFC8C66D1FD6}"/>
          </ac:spMkLst>
        </pc:spChg>
        <pc:spChg chg="del">
          <ac:chgData name="Liles, Cadence" userId="1a74ec32-4a8d-4c77-8ba4-c1d62d008f02" providerId="ADAL" clId="{2D7197C2-5884-5611-83D7-E48F3305E355}" dt="2025-12-05T04:05:16.495" v="552" actId="26606"/>
          <ac:spMkLst>
            <pc:docMk/>
            <pc:sldMk cId="6316132" sldId="273"/>
            <ac:spMk id="18" creationId="{2C61293E-6EBE-43EF-A52C-9BEBFD7679D4}"/>
          </ac:spMkLst>
        </pc:spChg>
        <pc:spChg chg="del">
          <ac:chgData name="Liles, Cadence" userId="1a74ec32-4a8d-4c77-8ba4-c1d62d008f02" providerId="ADAL" clId="{2D7197C2-5884-5611-83D7-E48F3305E355}" dt="2025-12-05T04:05:16.495" v="552" actId="26606"/>
          <ac:spMkLst>
            <pc:docMk/>
            <pc:sldMk cId="6316132" sldId="273"/>
            <ac:spMk id="20" creationId="{21540236-BFD5-4A9D-8840-4703E7F76825}"/>
          </ac:spMkLst>
        </pc:spChg>
        <pc:spChg chg="add">
          <ac:chgData name="Liles, Cadence" userId="1a74ec32-4a8d-4c77-8ba4-c1d62d008f02" providerId="ADAL" clId="{2D7197C2-5884-5611-83D7-E48F3305E355}" dt="2025-12-05T04:05:16.495" v="552" actId="26606"/>
          <ac:spMkLst>
            <pc:docMk/>
            <pc:sldMk cId="6316132" sldId="273"/>
            <ac:spMk id="25" creationId="{53E60C6D-4E85-4E14-BCDF-BF15C241F7CA}"/>
          </ac:spMkLst>
        </pc:spChg>
        <pc:spChg chg="add">
          <ac:chgData name="Liles, Cadence" userId="1a74ec32-4a8d-4c77-8ba4-c1d62d008f02" providerId="ADAL" clId="{2D7197C2-5884-5611-83D7-E48F3305E355}" dt="2025-12-05T04:05:16.495" v="552" actId="26606"/>
          <ac:spMkLst>
            <pc:docMk/>
            <pc:sldMk cId="6316132" sldId="273"/>
            <ac:spMk id="27" creationId="{7D42D292-4C48-479B-9E59-E29CD9871C0C}"/>
          </ac:spMkLst>
        </pc:spChg>
        <pc:spChg chg="add">
          <ac:chgData name="Liles, Cadence" userId="1a74ec32-4a8d-4c77-8ba4-c1d62d008f02" providerId="ADAL" clId="{2D7197C2-5884-5611-83D7-E48F3305E355}" dt="2025-12-05T04:05:16.495" v="552" actId="26606"/>
          <ac:spMkLst>
            <pc:docMk/>
            <pc:sldMk cId="6316132" sldId="273"/>
            <ac:spMk id="29" creationId="{533DF362-939D-4EEE-8DC4-6B54607E5611}"/>
          </ac:spMkLst>
        </pc:spChg>
        <pc:picChg chg="add mod ord">
          <ac:chgData name="Liles, Cadence" userId="1a74ec32-4a8d-4c77-8ba4-c1d62d008f02" providerId="ADAL" clId="{2D7197C2-5884-5611-83D7-E48F3305E355}" dt="2025-12-05T04:05:16.495" v="552" actId="26606"/>
          <ac:picMkLst>
            <pc:docMk/>
            <pc:sldMk cId="6316132" sldId="273"/>
            <ac:picMk id="4" creationId="{B04E7608-CA39-74E7-8469-3D73A8E1A0E3}"/>
          </ac:picMkLst>
        </pc:picChg>
        <pc:picChg chg="add mod">
          <ac:chgData name="Liles, Cadence" userId="1a74ec32-4a8d-4c77-8ba4-c1d62d008f02" providerId="ADAL" clId="{2D7197C2-5884-5611-83D7-E48F3305E355}" dt="2025-12-05T04:05:16.495" v="552" actId="26606"/>
          <ac:picMkLst>
            <pc:docMk/>
            <pc:sldMk cId="6316132" sldId="273"/>
            <ac:picMk id="5" creationId="{79ABD1A8-55BF-C694-A814-ADD370256750}"/>
          </ac:picMkLst>
        </pc:picChg>
        <pc:picChg chg="del">
          <ac:chgData name="Liles, Cadence" userId="1a74ec32-4a8d-4c77-8ba4-c1d62d008f02" providerId="ADAL" clId="{2D7197C2-5884-5611-83D7-E48F3305E355}" dt="2025-12-05T03:52:42.655" v="139" actId="478"/>
          <ac:picMkLst>
            <pc:docMk/>
            <pc:sldMk cId="6316132" sldId="273"/>
            <ac:picMk id="14" creationId="{5627D1C8-3609-8D84-8397-1C749946D1E0}"/>
          </ac:picMkLst>
        </pc:picChg>
      </pc:sldChg>
      <pc:sldChg chg="addSp delSp modSp mod">
        <pc:chgData name="Liles, Cadence" userId="1a74ec32-4a8d-4c77-8ba4-c1d62d008f02" providerId="ADAL" clId="{2D7197C2-5884-5611-83D7-E48F3305E355}" dt="2025-12-05T03:51:51.700" v="135" actId="26606"/>
        <pc:sldMkLst>
          <pc:docMk/>
          <pc:sldMk cId="3734432553" sldId="276"/>
        </pc:sldMkLst>
        <pc:spChg chg="mod ord">
          <ac:chgData name="Liles, Cadence" userId="1a74ec32-4a8d-4c77-8ba4-c1d62d008f02" providerId="ADAL" clId="{2D7197C2-5884-5611-83D7-E48F3305E355}" dt="2025-12-05T03:51:51.700" v="135" actId="26606"/>
          <ac:spMkLst>
            <pc:docMk/>
            <pc:sldMk cId="3734432553" sldId="276"/>
            <ac:spMk id="2" creationId="{DEF64697-28C7-1364-E1F5-0A33BFAA0AC0}"/>
          </ac:spMkLst>
        </pc:spChg>
        <pc:spChg chg="mod ord">
          <ac:chgData name="Liles, Cadence" userId="1a74ec32-4a8d-4c77-8ba4-c1d62d008f02" providerId="ADAL" clId="{2D7197C2-5884-5611-83D7-E48F3305E355}" dt="2025-12-05T03:51:51.700" v="135" actId="26606"/>
          <ac:spMkLst>
            <pc:docMk/>
            <pc:sldMk cId="3734432553" sldId="276"/>
            <ac:spMk id="3" creationId="{E441D5E9-7594-975F-65C8-98CF0BCAD609}"/>
          </ac:spMkLst>
        </pc:spChg>
        <pc:spChg chg="add del">
          <ac:chgData name="Liles, Cadence" userId="1a74ec32-4a8d-4c77-8ba4-c1d62d008f02" providerId="ADAL" clId="{2D7197C2-5884-5611-83D7-E48F3305E355}" dt="2025-12-05T03:51:51.700" v="135" actId="26606"/>
          <ac:spMkLst>
            <pc:docMk/>
            <pc:sldMk cId="3734432553" sldId="276"/>
            <ac:spMk id="39" creationId="{7B831B6F-405A-4B47-B9BB-5CA88F285844}"/>
          </ac:spMkLst>
        </pc:spChg>
        <pc:spChg chg="add del">
          <ac:chgData name="Liles, Cadence" userId="1a74ec32-4a8d-4c77-8ba4-c1d62d008f02" providerId="ADAL" clId="{2D7197C2-5884-5611-83D7-E48F3305E355}" dt="2025-12-05T03:51:51.700" v="135" actId="26606"/>
          <ac:spMkLst>
            <pc:docMk/>
            <pc:sldMk cId="3734432553" sldId="276"/>
            <ac:spMk id="41" creationId="{953EE71A-6488-4203-A7C4-77102FD0DCCA}"/>
          </ac:spMkLst>
        </pc:spChg>
        <pc:spChg chg="add del">
          <ac:chgData name="Liles, Cadence" userId="1a74ec32-4a8d-4c77-8ba4-c1d62d008f02" providerId="ADAL" clId="{2D7197C2-5884-5611-83D7-E48F3305E355}" dt="2025-12-05T03:51:47.895" v="132" actId="26606"/>
          <ac:spMkLst>
            <pc:docMk/>
            <pc:sldMk cId="3734432553" sldId="276"/>
            <ac:spMk id="46" creationId="{385E1BDC-A9B0-4A87-82E3-F3187F69A802}"/>
          </ac:spMkLst>
        </pc:spChg>
        <pc:spChg chg="add del">
          <ac:chgData name="Liles, Cadence" userId="1a74ec32-4a8d-4c77-8ba4-c1d62d008f02" providerId="ADAL" clId="{2D7197C2-5884-5611-83D7-E48F3305E355}" dt="2025-12-05T03:51:47.895" v="132" actId="26606"/>
          <ac:spMkLst>
            <pc:docMk/>
            <pc:sldMk cId="3734432553" sldId="276"/>
            <ac:spMk id="48" creationId="{0990C621-3B8B-4820-8328-D47EF7CE823C}"/>
          </ac:spMkLst>
        </pc:spChg>
        <pc:spChg chg="add del">
          <ac:chgData name="Liles, Cadence" userId="1a74ec32-4a8d-4c77-8ba4-c1d62d008f02" providerId="ADAL" clId="{2D7197C2-5884-5611-83D7-E48F3305E355}" dt="2025-12-05T03:51:47.895" v="132" actId="26606"/>
          <ac:spMkLst>
            <pc:docMk/>
            <pc:sldMk cId="3734432553" sldId="276"/>
            <ac:spMk id="50" creationId="{C1A2385B-1D2A-4E17-84FA-6CB7F0AAE473}"/>
          </ac:spMkLst>
        </pc:spChg>
        <pc:spChg chg="add del">
          <ac:chgData name="Liles, Cadence" userId="1a74ec32-4a8d-4c77-8ba4-c1d62d008f02" providerId="ADAL" clId="{2D7197C2-5884-5611-83D7-E48F3305E355}" dt="2025-12-05T03:51:47.895" v="132" actId="26606"/>
          <ac:spMkLst>
            <pc:docMk/>
            <pc:sldMk cId="3734432553" sldId="276"/>
            <ac:spMk id="52" creationId="{5E791F2F-79DB-4CC0-9FA1-001E3E91E8B7}"/>
          </ac:spMkLst>
        </pc:spChg>
        <pc:spChg chg="add del">
          <ac:chgData name="Liles, Cadence" userId="1a74ec32-4a8d-4c77-8ba4-c1d62d008f02" providerId="ADAL" clId="{2D7197C2-5884-5611-83D7-E48F3305E355}" dt="2025-12-05T03:51:51.692" v="134" actId="26606"/>
          <ac:spMkLst>
            <pc:docMk/>
            <pc:sldMk cId="3734432553" sldId="276"/>
            <ac:spMk id="54" creationId="{82095FCE-EF05-4443-B97A-85DEE3A5CA17}"/>
          </ac:spMkLst>
        </pc:spChg>
        <pc:spChg chg="add del">
          <ac:chgData name="Liles, Cadence" userId="1a74ec32-4a8d-4c77-8ba4-c1d62d008f02" providerId="ADAL" clId="{2D7197C2-5884-5611-83D7-E48F3305E355}" dt="2025-12-05T03:51:51.692" v="134" actId="26606"/>
          <ac:spMkLst>
            <pc:docMk/>
            <pc:sldMk cId="3734432553" sldId="276"/>
            <ac:spMk id="55" creationId="{231BF440-39FA-4087-84CC-2EEC0BBDAF29}"/>
          </ac:spMkLst>
        </pc:spChg>
        <pc:spChg chg="add del">
          <ac:chgData name="Liles, Cadence" userId="1a74ec32-4a8d-4c77-8ba4-c1d62d008f02" providerId="ADAL" clId="{2D7197C2-5884-5611-83D7-E48F3305E355}" dt="2025-12-05T03:51:51.692" v="134" actId="26606"/>
          <ac:spMkLst>
            <pc:docMk/>
            <pc:sldMk cId="3734432553" sldId="276"/>
            <ac:spMk id="56" creationId="{CA00AE6B-AA30-4CF8-BA6F-339B780AD76C}"/>
          </ac:spMkLst>
        </pc:spChg>
        <pc:spChg chg="add del">
          <ac:chgData name="Liles, Cadence" userId="1a74ec32-4a8d-4c77-8ba4-c1d62d008f02" providerId="ADAL" clId="{2D7197C2-5884-5611-83D7-E48F3305E355}" dt="2025-12-05T03:51:51.692" v="134" actId="26606"/>
          <ac:spMkLst>
            <pc:docMk/>
            <pc:sldMk cId="3734432553" sldId="276"/>
            <ac:spMk id="57" creationId="{F04E4CBA-303B-48BD-8451-C2701CB0EEBF}"/>
          </ac:spMkLst>
        </pc:spChg>
        <pc:spChg chg="add del">
          <ac:chgData name="Liles, Cadence" userId="1a74ec32-4a8d-4c77-8ba4-c1d62d008f02" providerId="ADAL" clId="{2D7197C2-5884-5611-83D7-E48F3305E355}" dt="2025-12-05T03:51:51.692" v="134" actId="26606"/>
          <ac:spMkLst>
            <pc:docMk/>
            <pc:sldMk cId="3734432553" sldId="276"/>
            <ac:spMk id="58" creationId="{F6CA58B3-AFCC-4A40-9882-50D5080879B0}"/>
          </ac:spMkLst>
        </pc:spChg>
        <pc:spChg chg="add del">
          <ac:chgData name="Liles, Cadence" userId="1a74ec32-4a8d-4c77-8ba4-c1d62d008f02" providerId="ADAL" clId="{2D7197C2-5884-5611-83D7-E48F3305E355}" dt="2025-12-05T03:51:51.692" v="134" actId="26606"/>
          <ac:spMkLst>
            <pc:docMk/>
            <pc:sldMk cId="3734432553" sldId="276"/>
            <ac:spMk id="59" creationId="{75C56826-D4E5-42ED-8529-079651CB3005}"/>
          </ac:spMkLst>
        </pc:spChg>
        <pc:spChg chg="add">
          <ac:chgData name="Liles, Cadence" userId="1a74ec32-4a8d-4c77-8ba4-c1d62d008f02" providerId="ADAL" clId="{2D7197C2-5884-5611-83D7-E48F3305E355}" dt="2025-12-05T03:51:51.700" v="135" actId="26606"/>
          <ac:spMkLst>
            <pc:docMk/>
            <pc:sldMk cId="3734432553" sldId="276"/>
            <ac:spMk id="61" creationId="{385E1BDC-A9B0-4A87-82E3-F3187F69A802}"/>
          </ac:spMkLst>
        </pc:spChg>
        <pc:spChg chg="add">
          <ac:chgData name="Liles, Cadence" userId="1a74ec32-4a8d-4c77-8ba4-c1d62d008f02" providerId="ADAL" clId="{2D7197C2-5884-5611-83D7-E48F3305E355}" dt="2025-12-05T03:51:51.700" v="135" actId="26606"/>
          <ac:spMkLst>
            <pc:docMk/>
            <pc:sldMk cId="3734432553" sldId="276"/>
            <ac:spMk id="62" creationId="{0990C621-3B8B-4820-8328-D47EF7CE823C}"/>
          </ac:spMkLst>
        </pc:spChg>
        <pc:spChg chg="add">
          <ac:chgData name="Liles, Cadence" userId="1a74ec32-4a8d-4c77-8ba4-c1d62d008f02" providerId="ADAL" clId="{2D7197C2-5884-5611-83D7-E48F3305E355}" dt="2025-12-05T03:51:51.700" v="135" actId="26606"/>
          <ac:spMkLst>
            <pc:docMk/>
            <pc:sldMk cId="3734432553" sldId="276"/>
            <ac:spMk id="63" creationId="{C1A2385B-1D2A-4E17-84FA-6CB7F0AAE473}"/>
          </ac:spMkLst>
        </pc:spChg>
        <pc:spChg chg="add">
          <ac:chgData name="Liles, Cadence" userId="1a74ec32-4a8d-4c77-8ba4-c1d62d008f02" providerId="ADAL" clId="{2D7197C2-5884-5611-83D7-E48F3305E355}" dt="2025-12-05T03:51:51.700" v="135" actId="26606"/>
          <ac:spMkLst>
            <pc:docMk/>
            <pc:sldMk cId="3734432553" sldId="276"/>
            <ac:spMk id="64" creationId="{5E791F2F-79DB-4CC0-9FA1-001E3E91E8B7}"/>
          </ac:spMkLst>
        </pc:spChg>
        <pc:picChg chg="mod">
          <ac:chgData name="Liles, Cadence" userId="1a74ec32-4a8d-4c77-8ba4-c1d62d008f02" providerId="ADAL" clId="{2D7197C2-5884-5611-83D7-E48F3305E355}" dt="2025-12-05T03:51:51.700" v="135" actId="26606"/>
          <ac:picMkLst>
            <pc:docMk/>
            <pc:sldMk cId="3734432553" sldId="276"/>
            <ac:picMk id="5" creationId="{DA2C4A76-79A1-9600-B545-54214B3B8262}"/>
          </ac:picMkLst>
        </pc:picChg>
        <pc:picChg chg="del">
          <ac:chgData name="Liles, Cadence" userId="1a74ec32-4a8d-4c77-8ba4-c1d62d008f02" providerId="ADAL" clId="{2D7197C2-5884-5611-83D7-E48F3305E355}" dt="2025-12-05T03:51:36.986" v="128" actId="478"/>
          <ac:picMkLst>
            <pc:docMk/>
            <pc:sldMk cId="3734432553" sldId="276"/>
            <ac:picMk id="6" creationId="{79BB2F7D-9E6B-8FEE-4B92-CD5B52AC0AB9}"/>
          </ac:picMkLst>
        </pc:picChg>
        <pc:picChg chg="add del mod">
          <ac:chgData name="Liles, Cadence" userId="1a74ec32-4a8d-4c77-8ba4-c1d62d008f02" providerId="ADAL" clId="{2D7197C2-5884-5611-83D7-E48F3305E355}" dt="2025-12-05T03:51:19.952" v="122" actId="478"/>
          <ac:picMkLst>
            <pc:docMk/>
            <pc:sldMk cId="3734432553" sldId="276"/>
            <ac:picMk id="7" creationId="{4C2157EB-76B7-7A40-1A0C-65A4FED3351B}"/>
          </ac:picMkLst>
        </pc:picChg>
        <pc:picChg chg="add mod">
          <ac:chgData name="Liles, Cadence" userId="1a74ec32-4a8d-4c77-8ba4-c1d62d008f02" providerId="ADAL" clId="{2D7197C2-5884-5611-83D7-E48F3305E355}" dt="2025-12-05T03:51:51.700" v="135" actId="26606"/>
          <ac:picMkLst>
            <pc:docMk/>
            <pc:sldMk cId="3734432553" sldId="276"/>
            <ac:picMk id="8" creationId="{244F2B60-A799-A2E4-B50D-92B3A96771FF}"/>
          </ac:picMkLst>
        </pc:picChg>
      </pc:sldChg>
    </pc:docChg>
  </pc:docChgLst>
</pc:chgInfo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5AEE9D-B900-4383-9AB2-A682BBB4D843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E9C7A10-22D6-44E7-8769-0F8E24E7023D}">
      <dgm:prSet/>
      <dgm:spPr/>
      <dgm:t>
        <a:bodyPr/>
        <a:lstStyle/>
        <a:p>
          <a:r>
            <a:rPr lang="en-US"/>
            <a:t>What is the problem </a:t>
          </a:r>
        </a:p>
      </dgm:t>
    </dgm:pt>
    <dgm:pt modelId="{2D77FB0D-4E49-4F15-83CF-787291B40557}" type="parTrans" cxnId="{8387A002-218E-46CF-835D-82D80FA144E7}">
      <dgm:prSet/>
      <dgm:spPr/>
      <dgm:t>
        <a:bodyPr/>
        <a:lstStyle/>
        <a:p>
          <a:endParaRPr lang="en-US"/>
        </a:p>
      </dgm:t>
    </dgm:pt>
    <dgm:pt modelId="{1F5464DB-2C20-46D9-BCBE-F5192EEC391D}" type="sibTrans" cxnId="{8387A002-218E-46CF-835D-82D80FA144E7}">
      <dgm:prSet/>
      <dgm:spPr/>
      <dgm:t>
        <a:bodyPr/>
        <a:lstStyle/>
        <a:p>
          <a:endParaRPr lang="en-US"/>
        </a:p>
      </dgm:t>
    </dgm:pt>
    <dgm:pt modelId="{7CF2107F-C91D-4799-B8A6-7C2939778534}">
      <dgm:prSet/>
      <dgm:spPr/>
      <dgm:t>
        <a:bodyPr/>
        <a:lstStyle/>
        <a:p>
          <a:r>
            <a:rPr lang="en-US"/>
            <a:t>Hard to track sessions, attendance, and tutor information</a:t>
          </a:r>
        </a:p>
      </dgm:t>
    </dgm:pt>
    <dgm:pt modelId="{2F462141-D9A4-493B-8600-6B4BF66DA0E0}" type="parTrans" cxnId="{6274AC72-A292-480F-B46A-1BA3F4FC0937}">
      <dgm:prSet/>
      <dgm:spPr/>
      <dgm:t>
        <a:bodyPr/>
        <a:lstStyle/>
        <a:p>
          <a:endParaRPr lang="en-US"/>
        </a:p>
      </dgm:t>
    </dgm:pt>
    <dgm:pt modelId="{A65F1F2D-5B48-4439-A67F-C44D4CF97FAC}" type="sibTrans" cxnId="{6274AC72-A292-480F-B46A-1BA3F4FC0937}">
      <dgm:prSet/>
      <dgm:spPr/>
      <dgm:t>
        <a:bodyPr/>
        <a:lstStyle/>
        <a:p>
          <a:endParaRPr lang="en-US"/>
        </a:p>
      </dgm:t>
    </dgm:pt>
    <dgm:pt modelId="{57F0B849-EF2D-460C-90B9-A738019C09FD}">
      <dgm:prSet/>
      <dgm:spPr/>
      <dgm:t>
        <a:bodyPr/>
        <a:lstStyle/>
        <a:p>
          <a:r>
            <a:rPr lang="en-US"/>
            <a:t>Why is it important to support?</a:t>
          </a:r>
        </a:p>
      </dgm:t>
    </dgm:pt>
    <dgm:pt modelId="{A123DD81-F8BB-43F0-BDCB-26105111E3B3}" type="parTrans" cxnId="{3FD9BF21-037C-4379-896B-E36BFF3C8137}">
      <dgm:prSet/>
      <dgm:spPr/>
      <dgm:t>
        <a:bodyPr/>
        <a:lstStyle/>
        <a:p>
          <a:endParaRPr lang="en-US"/>
        </a:p>
      </dgm:t>
    </dgm:pt>
    <dgm:pt modelId="{23FF6A0F-8FF2-4423-B930-8ADC388BACE6}" type="sibTrans" cxnId="{3FD9BF21-037C-4379-896B-E36BFF3C8137}">
      <dgm:prSet/>
      <dgm:spPr/>
      <dgm:t>
        <a:bodyPr/>
        <a:lstStyle/>
        <a:p>
          <a:endParaRPr lang="en-US"/>
        </a:p>
      </dgm:t>
    </dgm:pt>
    <dgm:pt modelId="{AE2014A6-276E-4513-BE95-D2FC257B5D74}">
      <dgm:prSet/>
      <dgm:spPr/>
      <dgm:t>
        <a:bodyPr/>
        <a:lstStyle/>
        <a:p>
          <a:r>
            <a:rPr lang="en-US"/>
            <a:t>Accurate data improves scheduling and coordination</a:t>
          </a:r>
        </a:p>
      </dgm:t>
    </dgm:pt>
    <dgm:pt modelId="{4EED40D0-B337-4646-A761-2C4AF67D8B68}" type="parTrans" cxnId="{8531E2B0-4A74-4B49-9933-F9DDD73BB2FA}">
      <dgm:prSet/>
      <dgm:spPr/>
      <dgm:t>
        <a:bodyPr/>
        <a:lstStyle/>
        <a:p>
          <a:endParaRPr lang="en-US"/>
        </a:p>
      </dgm:t>
    </dgm:pt>
    <dgm:pt modelId="{340EBF29-8F31-4F42-9A9F-D11BC3B08B59}" type="sibTrans" cxnId="{8531E2B0-4A74-4B49-9933-F9DDD73BB2FA}">
      <dgm:prSet/>
      <dgm:spPr/>
      <dgm:t>
        <a:bodyPr/>
        <a:lstStyle/>
        <a:p>
          <a:endParaRPr lang="en-US"/>
        </a:p>
      </dgm:t>
    </dgm:pt>
    <dgm:pt modelId="{90276222-C4EE-4140-BD10-6E4A1DCD0926}">
      <dgm:prSet/>
      <dgm:spPr/>
      <dgm:t>
        <a:bodyPr/>
        <a:lstStyle/>
        <a:p>
          <a:r>
            <a:rPr lang="en-US"/>
            <a:t>Supports efficient tutoring operations</a:t>
          </a:r>
        </a:p>
      </dgm:t>
    </dgm:pt>
    <dgm:pt modelId="{48D4051C-27ED-4F81-8573-7FD52B90F7AA}" type="parTrans" cxnId="{48DA9ACF-49EB-46D6-AB68-FD5E416522E2}">
      <dgm:prSet/>
      <dgm:spPr/>
      <dgm:t>
        <a:bodyPr/>
        <a:lstStyle/>
        <a:p>
          <a:endParaRPr lang="en-US"/>
        </a:p>
      </dgm:t>
    </dgm:pt>
    <dgm:pt modelId="{74DC43F7-0699-474C-B89C-AAB4583E50BC}" type="sibTrans" cxnId="{48DA9ACF-49EB-46D6-AB68-FD5E416522E2}">
      <dgm:prSet/>
      <dgm:spPr/>
      <dgm:t>
        <a:bodyPr/>
        <a:lstStyle/>
        <a:p>
          <a:endParaRPr lang="en-US"/>
        </a:p>
      </dgm:t>
    </dgm:pt>
    <dgm:pt modelId="{4B2675A7-D69D-4495-80B4-14ADFE31F3D1}">
      <dgm:prSet/>
      <dgm:spPr/>
      <dgm:t>
        <a:bodyPr/>
        <a:lstStyle/>
        <a:p>
          <a:r>
            <a:rPr lang="en-US"/>
            <a:t>What your solution will help?</a:t>
          </a:r>
        </a:p>
      </dgm:t>
    </dgm:pt>
    <dgm:pt modelId="{A91F22D2-6349-4330-976C-917E7AE42CEB}" type="parTrans" cxnId="{82C74729-3B66-49AA-85AE-0E85E040369D}">
      <dgm:prSet/>
      <dgm:spPr/>
      <dgm:t>
        <a:bodyPr/>
        <a:lstStyle/>
        <a:p>
          <a:endParaRPr lang="en-US"/>
        </a:p>
      </dgm:t>
    </dgm:pt>
    <dgm:pt modelId="{5E3CDEC4-481B-4E17-AD5F-E05076BA4340}" type="sibTrans" cxnId="{82C74729-3B66-49AA-85AE-0E85E040369D}">
      <dgm:prSet/>
      <dgm:spPr/>
      <dgm:t>
        <a:bodyPr/>
        <a:lstStyle/>
        <a:p>
          <a:endParaRPr lang="en-US"/>
        </a:p>
      </dgm:t>
    </dgm:pt>
    <dgm:pt modelId="{DF04B5F5-90B6-4B3E-BD30-E9E39E8A9937}">
      <dgm:prSet/>
      <dgm:spPr/>
      <dgm:t>
        <a:bodyPr/>
        <a:lstStyle/>
        <a:p>
          <a:r>
            <a:rPr lang="en-US"/>
            <a:t>Organizes people, sessions, subjects, and languages</a:t>
          </a:r>
        </a:p>
      </dgm:t>
    </dgm:pt>
    <dgm:pt modelId="{0778314D-A7E7-47B2-BD31-10B307D34AF9}" type="parTrans" cxnId="{B5943A02-293A-49C7-81BA-3246B40643C4}">
      <dgm:prSet/>
      <dgm:spPr/>
      <dgm:t>
        <a:bodyPr/>
        <a:lstStyle/>
        <a:p>
          <a:endParaRPr lang="en-US"/>
        </a:p>
      </dgm:t>
    </dgm:pt>
    <dgm:pt modelId="{1051F1A0-842D-4E98-8B25-301B36404C0E}" type="sibTrans" cxnId="{B5943A02-293A-49C7-81BA-3246B40643C4}">
      <dgm:prSet/>
      <dgm:spPr/>
      <dgm:t>
        <a:bodyPr/>
        <a:lstStyle/>
        <a:p>
          <a:endParaRPr lang="en-US"/>
        </a:p>
      </dgm:t>
    </dgm:pt>
    <dgm:pt modelId="{E4E7B706-8B86-4DA1-95C5-BE2DD0285E2D}">
      <dgm:prSet/>
      <dgm:spPr/>
      <dgm:t>
        <a:bodyPr/>
        <a:lstStyle/>
        <a:p>
          <a:r>
            <a:rPr lang="en-US"/>
            <a:t>Improves accuracy, consistency, and scalability</a:t>
          </a:r>
        </a:p>
      </dgm:t>
    </dgm:pt>
    <dgm:pt modelId="{0FF9D8D4-DE3D-4AD4-B84D-2C1C49B51C4C}" type="parTrans" cxnId="{22837679-692F-4627-AB9A-16F6D911223B}">
      <dgm:prSet/>
      <dgm:spPr/>
      <dgm:t>
        <a:bodyPr/>
        <a:lstStyle/>
        <a:p>
          <a:endParaRPr lang="en-US"/>
        </a:p>
      </dgm:t>
    </dgm:pt>
    <dgm:pt modelId="{ED0CACFE-47BD-43F0-9349-7C65618CD620}" type="sibTrans" cxnId="{22837679-692F-4627-AB9A-16F6D911223B}">
      <dgm:prSet/>
      <dgm:spPr/>
      <dgm:t>
        <a:bodyPr/>
        <a:lstStyle/>
        <a:p>
          <a:endParaRPr lang="en-US"/>
        </a:p>
      </dgm:t>
    </dgm:pt>
    <dgm:pt modelId="{F03AAE4C-1215-464C-8BB8-3AF53CC67CED}">
      <dgm:prSet phldr="0"/>
      <dgm:spPr/>
      <dgm:t>
        <a:bodyPr/>
        <a:lstStyle/>
        <a:p>
          <a:r>
            <a:rPr lang="en-US"/>
            <a:t>Non-systematic Operations of ASC</a:t>
          </a:r>
        </a:p>
      </dgm:t>
    </dgm:pt>
    <dgm:pt modelId="{C67441A8-216F-420D-8B0C-B9B08E5FAD33}" type="parTrans" cxnId="{9B684724-6E95-4C4D-A274-B4D780CBE977}">
      <dgm:prSet/>
      <dgm:spPr/>
    </dgm:pt>
    <dgm:pt modelId="{F5881B4A-25EF-4D0A-81C6-E616E9D28446}" type="sibTrans" cxnId="{9B684724-6E95-4C4D-A274-B4D780CBE977}">
      <dgm:prSet/>
      <dgm:spPr/>
    </dgm:pt>
    <dgm:pt modelId="{A01CF91C-BA65-A742-84A3-ADCE022393D1}" type="pres">
      <dgm:prSet presAssocID="{CC5AEE9D-B900-4383-9AB2-A682BBB4D843}" presName="linear" presStyleCnt="0">
        <dgm:presLayoutVars>
          <dgm:dir/>
          <dgm:animLvl val="lvl"/>
          <dgm:resizeHandles val="exact"/>
        </dgm:presLayoutVars>
      </dgm:prSet>
      <dgm:spPr/>
    </dgm:pt>
    <dgm:pt modelId="{38BDF100-9100-7E49-8B53-32B805B300C2}" type="pres">
      <dgm:prSet presAssocID="{BE9C7A10-22D6-44E7-8769-0F8E24E7023D}" presName="parentLin" presStyleCnt="0"/>
      <dgm:spPr/>
    </dgm:pt>
    <dgm:pt modelId="{85C033DC-2BB9-574C-94F4-4A4226127210}" type="pres">
      <dgm:prSet presAssocID="{BE9C7A10-22D6-44E7-8769-0F8E24E7023D}" presName="parentLeftMargin" presStyleLbl="node1" presStyleIdx="0" presStyleCnt="3"/>
      <dgm:spPr/>
    </dgm:pt>
    <dgm:pt modelId="{4900B885-CBCF-2D4C-BC5D-E9F781AE322E}" type="pres">
      <dgm:prSet presAssocID="{BE9C7A10-22D6-44E7-8769-0F8E24E7023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2F28063-15FB-FC4A-9127-E0ED34844999}" type="pres">
      <dgm:prSet presAssocID="{BE9C7A10-22D6-44E7-8769-0F8E24E7023D}" presName="negativeSpace" presStyleCnt="0"/>
      <dgm:spPr/>
    </dgm:pt>
    <dgm:pt modelId="{5D469E02-1592-D14B-8998-28F27176E5CF}" type="pres">
      <dgm:prSet presAssocID="{BE9C7A10-22D6-44E7-8769-0F8E24E7023D}" presName="childText" presStyleLbl="conFgAcc1" presStyleIdx="0" presStyleCnt="3">
        <dgm:presLayoutVars>
          <dgm:bulletEnabled val="1"/>
        </dgm:presLayoutVars>
      </dgm:prSet>
      <dgm:spPr/>
    </dgm:pt>
    <dgm:pt modelId="{4A3F0D72-6926-5846-B066-51058D7F6426}" type="pres">
      <dgm:prSet presAssocID="{1F5464DB-2C20-46D9-BCBE-F5192EEC391D}" presName="spaceBetweenRectangles" presStyleCnt="0"/>
      <dgm:spPr/>
    </dgm:pt>
    <dgm:pt modelId="{C21736FB-B69D-3F46-A3D4-FBF88B210E53}" type="pres">
      <dgm:prSet presAssocID="{57F0B849-EF2D-460C-90B9-A738019C09FD}" presName="parentLin" presStyleCnt="0"/>
      <dgm:spPr/>
    </dgm:pt>
    <dgm:pt modelId="{B7DF58D6-1B21-B847-9AAC-96EE89B7AB59}" type="pres">
      <dgm:prSet presAssocID="{57F0B849-EF2D-460C-90B9-A738019C09FD}" presName="parentLeftMargin" presStyleLbl="node1" presStyleIdx="0" presStyleCnt="3"/>
      <dgm:spPr/>
    </dgm:pt>
    <dgm:pt modelId="{D1A2D1B9-F8B1-C941-AE60-27A36A029F53}" type="pres">
      <dgm:prSet presAssocID="{57F0B849-EF2D-460C-90B9-A738019C09F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AA3130A-0957-4D4E-8739-40E27CC69192}" type="pres">
      <dgm:prSet presAssocID="{57F0B849-EF2D-460C-90B9-A738019C09FD}" presName="negativeSpace" presStyleCnt="0"/>
      <dgm:spPr/>
    </dgm:pt>
    <dgm:pt modelId="{369631B5-FD19-F647-B80A-FAC526D35F0F}" type="pres">
      <dgm:prSet presAssocID="{57F0B849-EF2D-460C-90B9-A738019C09FD}" presName="childText" presStyleLbl="conFgAcc1" presStyleIdx="1" presStyleCnt="3">
        <dgm:presLayoutVars>
          <dgm:bulletEnabled val="1"/>
        </dgm:presLayoutVars>
      </dgm:prSet>
      <dgm:spPr/>
    </dgm:pt>
    <dgm:pt modelId="{5990C337-F723-2547-B3B1-85A2C7EA3337}" type="pres">
      <dgm:prSet presAssocID="{23FF6A0F-8FF2-4423-B930-8ADC388BACE6}" presName="spaceBetweenRectangles" presStyleCnt="0"/>
      <dgm:spPr/>
    </dgm:pt>
    <dgm:pt modelId="{3D4DA85A-F650-804B-8884-F3BD407F700B}" type="pres">
      <dgm:prSet presAssocID="{4B2675A7-D69D-4495-80B4-14ADFE31F3D1}" presName="parentLin" presStyleCnt="0"/>
      <dgm:spPr/>
    </dgm:pt>
    <dgm:pt modelId="{9D819FFE-BAB9-3E4E-B1F7-CD4915A88951}" type="pres">
      <dgm:prSet presAssocID="{4B2675A7-D69D-4495-80B4-14ADFE31F3D1}" presName="parentLeftMargin" presStyleLbl="node1" presStyleIdx="1" presStyleCnt="3"/>
      <dgm:spPr/>
    </dgm:pt>
    <dgm:pt modelId="{75C2DD86-0F59-C24B-A3BF-0FF39B8D730E}" type="pres">
      <dgm:prSet presAssocID="{4B2675A7-D69D-4495-80B4-14ADFE31F3D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7B5DB26-D806-A141-BA91-C211732E619C}" type="pres">
      <dgm:prSet presAssocID="{4B2675A7-D69D-4495-80B4-14ADFE31F3D1}" presName="negativeSpace" presStyleCnt="0"/>
      <dgm:spPr/>
    </dgm:pt>
    <dgm:pt modelId="{F89E9530-A5E9-FE41-8886-8CA35B8BF289}" type="pres">
      <dgm:prSet presAssocID="{4B2675A7-D69D-4495-80B4-14ADFE31F3D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5943A02-293A-49C7-81BA-3246B40643C4}" srcId="{4B2675A7-D69D-4495-80B4-14ADFE31F3D1}" destId="{DF04B5F5-90B6-4B3E-BD30-E9E39E8A9937}" srcOrd="0" destOrd="0" parTransId="{0778314D-A7E7-47B2-BD31-10B307D34AF9}" sibTransId="{1051F1A0-842D-4E98-8B25-301B36404C0E}"/>
    <dgm:cxn modelId="{8387A002-218E-46CF-835D-82D80FA144E7}" srcId="{CC5AEE9D-B900-4383-9AB2-A682BBB4D843}" destId="{BE9C7A10-22D6-44E7-8769-0F8E24E7023D}" srcOrd="0" destOrd="0" parTransId="{2D77FB0D-4E49-4F15-83CF-787291B40557}" sibTransId="{1F5464DB-2C20-46D9-BCBE-F5192EEC391D}"/>
    <dgm:cxn modelId="{3FD9BF21-037C-4379-896B-E36BFF3C8137}" srcId="{CC5AEE9D-B900-4383-9AB2-A682BBB4D843}" destId="{57F0B849-EF2D-460C-90B9-A738019C09FD}" srcOrd="1" destOrd="0" parTransId="{A123DD81-F8BB-43F0-BDCB-26105111E3B3}" sibTransId="{23FF6A0F-8FF2-4423-B930-8ADC388BACE6}"/>
    <dgm:cxn modelId="{9B684724-6E95-4C4D-A274-B4D780CBE977}" srcId="{BE9C7A10-22D6-44E7-8769-0F8E24E7023D}" destId="{F03AAE4C-1215-464C-8BB8-3AF53CC67CED}" srcOrd="0" destOrd="0" parTransId="{C67441A8-216F-420D-8B0C-B9B08E5FAD33}" sibTransId="{F5881B4A-25EF-4D0A-81C6-E616E9D28446}"/>
    <dgm:cxn modelId="{82C74729-3B66-49AA-85AE-0E85E040369D}" srcId="{CC5AEE9D-B900-4383-9AB2-A682BBB4D843}" destId="{4B2675A7-D69D-4495-80B4-14ADFE31F3D1}" srcOrd="2" destOrd="0" parTransId="{A91F22D2-6349-4330-976C-917E7AE42CEB}" sibTransId="{5E3CDEC4-481B-4E17-AD5F-E05076BA4340}"/>
    <dgm:cxn modelId="{ECD7872F-8EB6-0C45-893D-CD8CE553823F}" type="presOf" srcId="{BE9C7A10-22D6-44E7-8769-0F8E24E7023D}" destId="{85C033DC-2BB9-574C-94F4-4A4226127210}" srcOrd="0" destOrd="0" presId="urn:microsoft.com/office/officeart/2005/8/layout/list1"/>
    <dgm:cxn modelId="{3C38A946-B69B-0541-B376-834BCEBE6A19}" type="presOf" srcId="{57F0B849-EF2D-460C-90B9-A738019C09FD}" destId="{D1A2D1B9-F8B1-C941-AE60-27A36A029F53}" srcOrd="1" destOrd="0" presId="urn:microsoft.com/office/officeart/2005/8/layout/list1"/>
    <dgm:cxn modelId="{1EFEA24B-6F23-C046-A785-18026BB3CFBD}" type="presOf" srcId="{4B2675A7-D69D-4495-80B4-14ADFE31F3D1}" destId="{9D819FFE-BAB9-3E4E-B1F7-CD4915A88951}" srcOrd="0" destOrd="0" presId="urn:microsoft.com/office/officeart/2005/8/layout/list1"/>
    <dgm:cxn modelId="{DF571C56-13B7-4641-B08E-5C154C78341C}" type="presOf" srcId="{E4E7B706-8B86-4DA1-95C5-BE2DD0285E2D}" destId="{F89E9530-A5E9-FE41-8886-8CA35B8BF289}" srcOrd="0" destOrd="1" presId="urn:microsoft.com/office/officeart/2005/8/layout/list1"/>
    <dgm:cxn modelId="{6274AC72-A292-480F-B46A-1BA3F4FC0937}" srcId="{BE9C7A10-22D6-44E7-8769-0F8E24E7023D}" destId="{7CF2107F-C91D-4799-B8A6-7C2939778534}" srcOrd="1" destOrd="0" parTransId="{2F462141-D9A4-493B-8600-6B4BF66DA0E0}" sibTransId="{A65F1F2D-5B48-4439-A67F-C44D4CF97FAC}"/>
    <dgm:cxn modelId="{FB176B74-6D2A-4289-9426-1C0F5EE308C8}" type="presOf" srcId="{F03AAE4C-1215-464C-8BB8-3AF53CC67CED}" destId="{5D469E02-1592-D14B-8998-28F27176E5CF}" srcOrd="0" destOrd="0" presId="urn:microsoft.com/office/officeart/2005/8/layout/list1"/>
    <dgm:cxn modelId="{8715D774-F833-7849-A3E3-2295C9413186}" type="presOf" srcId="{57F0B849-EF2D-460C-90B9-A738019C09FD}" destId="{B7DF58D6-1B21-B847-9AAC-96EE89B7AB59}" srcOrd="0" destOrd="0" presId="urn:microsoft.com/office/officeart/2005/8/layout/list1"/>
    <dgm:cxn modelId="{FA8BA277-BA6B-7745-998F-4DF2F8329602}" type="presOf" srcId="{BE9C7A10-22D6-44E7-8769-0F8E24E7023D}" destId="{4900B885-CBCF-2D4C-BC5D-E9F781AE322E}" srcOrd="1" destOrd="0" presId="urn:microsoft.com/office/officeart/2005/8/layout/list1"/>
    <dgm:cxn modelId="{22837679-692F-4627-AB9A-16F6D911223B}" srcId="{4B2675A7-D69D-4495-80B4-14ADFE31F3D1}" destId="{E4E7B706-8B86-4DA1-95C5-BE2DD0285E2D}" srcOrd="1" destOrd="0" parTransId="{0FF9D8D4-DE3D-4AD4-B84D-2C1C49B51C4C}" sibTransId="{ED0CACFE-47BD-43F0-9349-7C65618CD620}"/>
    <dgm:cxn modelId="{B1261F8F-5D28-3B41-8032-29DD883D633E}" type="presOf" srcId="{AE2014A6-276E-4513-BE95-D2FC257B5D74}" destId="{369631B5-FD19-F647-B80A-FAC526D35F0F}" srcOrd="0" destOrd="0" presId="urn:microsoft.com/office/officeart/2005/8/layout/list1"/>
    <dgm:cxn modelId="{FD30D5AC-580E-1E42-9DFC-140C29CFCEE2}" type="presOf" srcId="{DF04B5F5-90B6-4B3E-BD30-E9E39E8A9937}" destId="{F89E9530-A5E9-FE41-8886-8CA35B8BF289}" srcOrd="0" destOrd="0" presId="urn:microsoft.com/office/officeart/2005/8/layout/list1"/>
    <dgm:cxn modelId="{8531E2B0-4A74-4B49-9933-F9DDD73BB2FA}" srcId="{57F0B849-EF2D-460C-90B9-A738019C09FD}" destId="{AE2014A6-276E-4513-BE95-D2FC257B5D74}" srcOrd="0" destOrd="0" parTransId="{4EED40D0-B337-4646-A761-2C4AF67D8B68}" sibTransId="{340EBF29-8F31-4F42-9A9F-D11BC3B08B59}"/>
    <dgm:cxn modelId="{C2DCE7B8-B6F3-3145-839B-14EDC2459ADA}" type="presOf" srcId="{7CF2107F-C91D-4799-B8A6-7C2939778534}" destId="{5D469E02-1592-D14B-8998-28F27176E5CF}" srcOrd="0" destOrd="1" presId="urn:microsoft.com/office/officeart/2005/8/layout/list1"/>
    <dgm:cxn modelId="{C6363EC1-F5F1-FD4B-9E3C-3E273BCDC8BB}" type="presOf" srcId="{CC5AEE9D-B900-4383-9AB2-A682BBB4D843}" destId="{A01CF91C-BA65-A742-84A3-ADCE022393D1}" srcOrd="0" destOrd="0" presId="urn:microsoft.com/office/officeart/2005/8/layout/list1"/>
    <dgm:cxn modelId="{2325C5C3-B7FE-A549-994D-730F512DC7C2}" type="presOf" srcId="{90276222-C4EE-4140-BD10-6E4A1DCD0926}" destId="{369631B5-FD19-F647-B80A-FAC526D35F0F}" srcOrd="0" destOrd="1" presId="urn:microsoft.com/office/officeart/2005/8/layout/list1"/>
    <dgm:cxn modelId="{48DA9ACF-49EB-46D6-AB68-FD5E416522E2}" srcId="{57F0B849-EF2D-460C-90B9-A738019C09FD}" destId="{90276222-C4EE-4140-BD10-6E4A1DCD0926}" srcOrd="1" destOrd="0" parTransId="{48D4051C-27ED-4F81-8573-7FD52B90F7AA}" sibTransId="{74DC43F7-0699-474C-B89C-AAB4583E50BC}"/>
    <dgm:cxn modelId="{59218AE7-7D05-9E41-8C84-C1A71AB51D78}" type="presOf" srcId="{4B2675A7-D69D-4495-80B4-14ADFE31F3D1}" destId="{75C2DD86-0F59-C24B-A3BF-0FF39B8D730E}" srcOrd="1" destOrd="0" presId="urn:microsoft.com/office/officeart/2005/8/layout/list1"/>
    <dgm:cxn modelId="{1ED3C218-0C1F-7F4F-88D8-BFBA89FE602A}" type="presParOf" srcId="{A01CF91C-BA65-A742-84A3-ADCE022393D1}" destId="{38BDF100-9100-7E49-8B53-32B805B300C2}" srcOrd="0" destOrd="0" presId="urn:microsoft.com/office/officeart/2005/8/layout/list1"/>
    <dgm:cxn modelId="{2EEB9F50-33D1-844F-9D3C-73412E9E8CF0}" type="presParOf" srcId="{38BDF100-9100-7E49-8B53-32B805B300C2}" destId="{85C033DC-2BB9-574C-94F4-4A4226127210}" srcOrd="0" destOrd="0" presId="urn:microsoft.com/office/officeart/2005/8/layout/list1"/>
    <dgm:cxn modelId="{DE76A2F3-377B-B94B-B0BD-4CDCD2A9E0B9}" type="presParOf" srcId="{38BDF100-9100-7E49-8B53-32B805B300C2}" destId="{4900B885-CBCF-2D4C-BC5D-E9F781AE322E}" srcOrd="1" destOrd="0" presId="urn:microsoft.com/office/officeart/2005/8/layout/list1"/>
    <dgm:cxn modelId="{F31490FC-EB65-F54A-BFC9-F168A55E2CDA}" type="presParOf" srcId="{A01CF91C-BA65-A742-84A3-ADCE022393D1}" destId="{72F28063-15FB-FC4A-9127-E0ED34844999}" srcOrd="1" destOrd="0" presId="urn:microsoft.com/office/officeart/2005/8/layout/list1"/>
    <dgm:cxn modelId="{312B313D-3B3F-0040-9CBB-22BD930AC7EA}" type="presParOf" srcId="{A01CF91C-BA65-A742-84A3-ADCE022393D1}" destId="{5D469E02-1592-D14B-8998-28F27176E5CF}" srcOrd="2" destOrd="0" presId="urn:microsoft.com/office/officeart/2005/8/layout/list1"/>
    <dgm:cxn modelId="{9FC7BC9A-F674-244E-834D-13DE93293EDC}" type="presParOf" srcId="{A01CF91C-BA65-A742-84A3-ADCE022393D1}" destId="{4A3F0D72-6926-5846-B066-51058D7F6426}" srcOrd="3" destOrd="0" presId="urn:microsoft.com/office/officeart/2005/8/layout/list1"/>
    <dgm:cxn modelId="{F1A1E57E-0648-0948-8D7A-42A1F37796C0}" type="presParOf" srcId="{A01CF91C-BA65-A742-84A3-ADCE022393D1}" destId="{C21736FB-B69D-3F46-A3D4-FBF88B210E53}" srcOrd="4" destOrd="0" presId="urn:microsoft.com/office/officeart/2005/8/layout/list1"/>
    <dgm:cxn modelId="{D7D5536B-D3EE-8947-8A92-9D20A6EA5AFD}" type="presParOf" srcId="{C21736FB-B69D-3F46-A3D4-FBF88B210E53}" destId="{B7DF58D6-1B21-B847-9AAC-96EE89B7AB59}" srcOrd="0" destOrd="0" presId="urn:microsoft.com/office/officeart/2005/8/layout/list1"/>
    <dgm:cxn modelId="{7EFEF02B-ED0D-7C4B-BC3A-34572C343E26}" type="presParOf" srcId="{C21736FB-B69D-3F46-A3D4-FBF88B210E53}" destId="{D1A2D1B9-F8B1-C941-AE60-27A36A029F53}" srcOrd="1" destOrd="0" presId="urn:microsoft.com/office/officeart/2005/8/layout/list1"/>
    <dgm:cxn modelId="{08EE5AC8-3414-FF43-A40D-9DE0520C429A}" type="presParOf" srcId="{A01CF91C-BA65-A742-84A3-ADCE022393D1}" destId="{FAA3130A-0957-4D4E-8739-40E27CC69192}" srcOrd="5" destOrd="0" presId="urn:microsoft.com/office/officeart/2005/8/layout/list1"/>
    <dgm:cxn modelId="{5D5E55A9-9D33-B54A-B751-7259C5817C07}" type="presParOf" srcId="{A01CF91C-BA65-A742-84A3-ADCE022393D1}" destId="{369631B5-FD19-F647-B80A-FAC526D35F0F}" srcOrd="6" destOrd="0" presId="urn:microsoft.com/office/officeart/2005/8/layout/list1"/>
    <dgm:cxn modelId="{42C5E47F-578B-2D45-91D9-BBF6A2D9300F}" type="presParOf" srcId="{A01CF91C-BA65-A742-84A3-ADCE022393D1}" destId="{5990C337-F723-2547-B3B1-85A2C7EA3337}" srcOrd="7" destOrd="0" presId="urn:microsoft.com/office/officeart/2005/8/layout/list1"/>
    <dgm:cxn modelId="{AE626C61-9D1B-594C-BBFB-8FED43D1FF2D}" type="presParOf" srcId="{A01CF91C-BA65-A742-84A3-ADCE022393D1}" destId="{3D4DA85A-F650-804B-8884-F3BD407F700B}" srcOrd="8" destOrd="0" presId="urn:microsoft.com/office/officeart/2005/8/layout/list1"/>
    <dgm:cxn modelId="{0F9ECB75-0255-024F-A264-832A973E302B}" type="presParOf" srcId="{3D4DA85A-F650-804B-8884-F3BD407F700B}" destId="{9D819FFE-BAB9-3E4E-B1F7-CD4915A88951}" srcOrd="0" destOrd="0" presId="urn:microsoft.com/office/officeart/2005/8/layout/list1"/>
    <dgm:cxn modelId="{B59CC02E-1FD1-A547-8A19-03F49DC6450F}" type="presParOf" srcId="{3D4DA85A-F650-804B-8884-F3BD407F700B}" destId="{75C2DD86-0F59-C24B-A3BF-0FF39B8D730E}" srcOrd="1" destOrd="0" presId="urn:microsoft.com/office/officeart/2005/8/layout/list1"/>
    <dgm:cxn modelId="{C0B51E84-5690-704D-ADBE-05F8AE3B99E7}" type="presParOf" srcId="{A01CF91C-BA65-A742-84A3-ADCE022393D1}" destId="{D7B5DB26-D806-A141-BA91-C211732E619C}" srcOrd="9" destOrd="0" presId="urn:microsoft.com/office/officeart/2005/8/layout/list1"/>
    <dgm:cxn modelId="{89655554-8224-AD4F-B7AB-75E3A1370729}" type="presParOf" srcId="{A01CF91C-BA65-A742-84A3-ADCE022393D1}" destId="{F89E9530-A5E9-FE41-8886-8CA35B8BF28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271BD34-447E-4F8E-AF64-67D5E3CC2610}" type="doc">
      <dgm:prSet loTypeId="urn:microsoft.com/office/officeart/2016/7/layout/ChevronBlockProcess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DBA1184-59D6-4935-9610-CD8B6EF90F27}">
      <dgm:prSet/>
      <dgm:spPr/>
      <dgm:t>
        <a:bodyPr/>
        <a:lstStyle/>
        <a:p>
          <a:r>
            <a:rPr lang="en-US"/>
            <a:t>Mangers</a:t>
          </a:r>
        </a:p>
      </dgm:t>
    </dgm:pt>
    <dgm:pt modelId="{005521E7-EBCE-44C4-8FDC-8E43E2430D6E}" type="parTrans" cxnId="{AFCF943F-17AD-4D8D-A9C9-5AF391D669B8}">
      <dgm:prSet/>
      <dgm:spPr/>
      <dgm:t>
        <a:bodyPr/>
        <a:lstStyle/>
        <a:p>
          <a:endParaRPr lang="en-US"/>
        </a:p>
      </dgm:t>
    </dgm:pt>
    <dgm:pt modelId="{A8F27C57-FFAC-440D-95AC-4FA5E02E981E}" type="sibTrans" cxnId="{AFCF943F-17AD-4D8D-A9C9-5AF391D669B8}">
      <dgm:prSet/>
      <dgm:spPr/>
      <dgm:t>
        <a:bodyPr/>
        <a:lstStyle/>
        <a:p>
          <a:endParaRPr lang="en-US"/>
        </a:p>
      </dgm:t>
    </dgm:pt>
    <dgm:pt modelId="{1A0B32F5-78C6-4849-A468-347981442AB2}">
      <dgm:prSet/>
      <dgm:spPr/>
      <dgm:t>
        <a:bodyPr/>
        <a:lstStyle/>
        <a:p>
          <a:r>
            <a:rPr lang="en-US"/>
            <a:t>Manage tutor records</a:t>
          </a:r>
        </a:p>
      </dgm:t>
    </dgm:pt>
    <dgm:pt modelId="{E21DFD6F-4F9C-4F08-88C9-0BAFC64AA09E}" type="parTrans" cxnId="{C34709A5-AB6C-4C0C-81CC-EA253FFD734C}">
      <dgm:prSet/>
      <dgm:spPr/>
      <dgm:t>
        <a:bodyPr/>
        <a:lstStyle/>
        <a:p>
          <a:endParaRPr lang="en-US"/>
        </a:p>
      </dgm:t>
    </dgm:pt>
    <dgm:pt modelId="{0778203C-6DAD-451F-BCE2-F25CA1681A35}" type="sibTrans" cxnId="{C34709A5-AB6C-4C0C-81CC-EA253FFD734C}">
      <dgm:prSet/>
      <dgm:spPr/>
      <dgm:t>
        <a:bodyPr/>
        <a:lstStyle/>
        <a:p>
          <a:endParaRPr lang="en-US"/>
        </a:p>
      </dgm:t>
    </dgm:pt>
    <dgm:pt modelId="{74916415-24D3-49D7-9677-95816880F688}">
      <dgm:prSet/>
      <dgm:spPr/>
      <dgm:t>
        <a:bodyPr/>
        <a:lstStyle/>
        <a:p>
          <a:r>
            <a:rPr lang="en-US"/>
            <a:t>Adjusting subjects/offerings</a:t>
          </a:r>
        </a:p>
      </dgm:t>
    </dgm:pt>
    <dgm:pt modelId="{D2312257-B17E-4F62-8CED-B36565179C4F}" type="parTrans" cxnId="{6147EC1A-5F83-4779-AF7B-29A43872CBED}">
      <dgm:prSet/>
      <dgm:spPr/>
      <dgm:t>
        <a:bodyPr/>
        <a:lstStyle/>
        <a:p>
          <a:endParaRPr lang="en-US"/>
        </a:p>
      </dgm:t>
    </dgm:pt>
    <dgm:pt modelId="{C5DC3906-0E64-4A38-9944-1CB53C023C5D}" type="sibTrans" cxnId="{6147EC1A-5F83-4779-AF7B-29A43872CBED}">
      <dgm:prSet/>
      <dgm:spPr/>
      <dgm:t>
        <a:bodyPr/>
        <a:lstStyle/>
        <a:p>
          <a:endParaRPr lang="en-US"/>
        </a:p>
      </dgm:t>
    </dgm:pt>
    <dgm:pt modelId="{C9F6DD91-BB42-4422-A9C9-B5AEC4DCD0C8}">
      <dgm:prSet/>
      <dgm:spPr/>
      <dgm:t>
        <a:bodyPr/>
        <a:lstStyle/>
        <a:p>
          <a:r>
            <a:rPr lang="en-US"/>
            <a:t>Review session schedules</a:t>
          </a:r>
        </a:p>
      </dgm:t>
    </dgm:pt>
    <dgm:pt modelId="{6DBFAC79-EE71-424D-9AAF-DBC1B04A0C3B}" type="parTrans" cxnId="{85BF2FA1-64B1-414B-A077-08FDA9F3A659}">
      <dgm:prSet/>
      <dgm:spPr/>
      <dgm:t>
        <a:bodyPr/>
        <a:lstStyle/>
        <a:p>
          <a:endParaRPr lang="en-US"/>
        </a:p>
      </dgm:t>
    </dgm:pt>
    <dgm:pt modelId="{2B332077-4497-4B3E-8ECE-C4A6058E92D1}" type="sibTrans" cxnId="{85BF2FA1-64B1-414B-A077-08FDA9F3A659}">
      <dgm:prSet/>
      <dgm:spPr/>
      <dgm:t>
        <a:bodyPr/>
        <a:lstStyle/>
        <a:p>
          <a:endParaRPr lang="en-US"/>
        </a:p>
      </dgm:t>
    </dgm:pt>
    <dgm:pt modelId="{8CA94AB3-31AB-4913-9CBB-7803F68A4E00}">
      <dgm:prSet/>
      <dgm:spPr/>
      <dgm:t>
        <a:bodyPr/>
        <a:lstStyle/>
        <a:p>
          <a:r>
            <a:rPr lang="en-US"/>
            <a:t>view student attendance</a:t>
          </a:r>
        </a:p>
      </dgm:t>
    </dgm:pt>
    <dgm:pt modelId="{AC2F5E50-E248-4420-AE84-AC9E6A7BFE84}" type="parTrans" cxnId="{9E28BF49-4BD4-4458-97F8-34D056BB2132}">
      <dgm:prSet/>
      <dgm:spPr/>
      <dgm:t>
        <a:bodyPr/>
        <a:lstStyle/>
        <a:p>
          <a:endParaRPr lang="en-US"/>
        </a:p>
      </dgm:t>
    </dgm:pt>
    <dgm:pt modelId="{7771619E-A68C-4ED3-9835-077C48BDE688}" type="sibTrans" cxnId="{9E28BF49-4BD4-4458-97F8-34D056BB2132}">
      <dgm:prSet/>
      <dgm:spPr/>
      <dgm:t>
        <a:bodyPr/>
        <a:lstStyle/>
        <a:p>
          <a:endParaRPr lang="en-US"/>
        </a:p>
      </dgm:t>
    </dgm:pt>
    <dgm:pt modelId="{39322C1F-B63E-4F61-B78A-CF4E6F69F72E}">
      <dgm:prSet/>
      <dgm:spPr/>
      <dgm:t>
        <a:bodyPr/>
        <a:lstStyle/>
        <a:p>
          <a:r>
            <a:rPr lang="en-US"/>
            <a:t>Students</a:t>
          </a:r>
        </a:p>
      </dgm:t>
    </dgm:pt>
    <dgm:pt modelId="{C62A91A6-F8C1-4E63-8D94-78F7858FB63E}" type="parTrans" cxnId="{4F394C3D-43CF-4F47-AED9-DFDAB6C39B44}">
      <dgm:prSet/>
      <dgm:spPr/>
      <dgm:t>
        <a:bodyPr/>
        <a:lstStyle/>
        <a:p>
          <a:endParaRPr lang="en-US"/>
        </a:p>
      </dgm:t>
    </dgm:pt>
    <dgm:pt modelId="{24B42D7C-C76A-452D-BE4B-AF3A31501370}" type="sibTrans" cxnId="{4F394C3D-43CF-4F47-AED9-DFDAB6C39B44}">
      <dgm:prSet/>
      <dgm:spPr/>
      <dgm:t>
        <a:bodyPr/>
        <a:lstStyle/>
        <a:p>
          <a:endParaRPr lang="en-US"/>
        </a:p>
      </dgm:t>
    </dgm:pt>
    <dgm:pt modelId="{4EE8DB07-5DC9-4C7A-BFFA-3222A9832679}">
      <dgm:prSet/>
      <dgm:spPr/>
      <dgm:t>
        <a:bodyPr/>
        <a:lstStyle/>
        <a:p>
          <a:endParaRPr lang="en-US"/>
        </a:p>
      </dgm:t>
    </dgm:pt>
    <dgm:pt modelId="{ED441690-BFF5-4524-88E2-DCC2F52D97FA}" type="parTrans" cxnId="{760DE508-D7C5-4C13-970F-6BF372F6B5B7}">
      <dgm:prSet/>
      <dgm:spPr/>
      <dgm:t>
        <a:bodyPr/>
        <a:lstStyle/>
        <a:p>
          <a:endParaRPr lang="en-US"/>
        </a:p>
      </dgm:t>
    </dgm:pt>
    <dgm:pt modelId="{D03E7C30-BB8F-4603-9737-4E6C5BD3B2A3}" type="sibTrans" cxnId="{760DE508-D7C5-4C13-970F-6BF372F6B5B7}">
      <dgm:prSet/>
      <dgm:spPr/>
      <dgm:t>
        <a:bodyPr/>
        <a:lstStyle/>
        <a:p>
          <a:endParaRPr lang="en-US"/>
        </a:p>
      </dgm:t>
    </dgm:pt>
    <dgm:pt modelId="{5AAB8338-1B18-40D5-B5E3-C3835B4DA27F}">
      <dgm:prSet/>
      <dgm:spPr/>
      <dgm:t>
        <a:bodyPr/>
        <a:lstStyle/>
        <a:p>
          <a:r>
            <a:rPr lang="en-US"/>
            <a:t>Tutors</a:t>
          </a:r>
        </a:p>
      </dgm:t>
    </dgm:pt>
    <dgm:pt modelId="{BAAB8D60-97CF-4A64-8FA4-5663B9F1BE91}" type="parTrans" cxnId="{BE8FB06B-F513-43EB-A23B-725E5E006829}">
      <dgm:prSet/>
      <dgm:spPr/>
      <dgm:t>
        <a:bodyPr/>
        <a:lstStyle/>
        <a:p>
          <a:endParaRPr lang="en-US"/>
        </a:p>
      </dgm:t>
    </dgm:pt>
    <dgm:pt modelId="{D9B421D9-9EC5-4E0E-BEC0-3DB8426FD37F}" type="sibTrans" cxnId="{BE8FB06B-F513-43EB-A23B-725E5E006829}">
      <dgm:prSet/>
      <dgm:spPr/>
      <dgm:t>
        <a:bodyPr/>
        <a:lstStyle/>
        <a:p>
          <a:endParaRPr lang="en-US"/>
        </a:p>
      </dgm:t>
    </dgm:pt>
    <dgm:pt modelId="{B125E974-AB54-4D73-A8A0-4F81B682BD9D}">
      <dgm:prSet/>
      <dgm:spPr/>
      <dgm:t>
        <a:bodyPr/>
        <a:lstStyle/>
        <a:p>
          <a:br>
            <a:rPr lang="en-US"/>
          </a:br>
          <a:r>
            <a:rPr lang="en-US"/>
            <a:t>Specify subjects they teach and languages they speak</a:t>
          </a:r>
        </a:p>
      </dgm:t>
    </dgm:pt>
    <dgm:pt modelId="{A1C289A6-00BA-49B7-97A3-2D3872674AB4}" type="parTrans" cxnId="{6DE82B82-6B2B-4C36-978F-7388A8727A60}">
      <dgm:prSet/>
      <dgm:spPr/>
      <dgm:t>
        <a:bodyPr/>
        <a:lstStyle/>
        <a:p>
          <a:endParaRPr lang="en-US"/>
        </a:p>
      </dgm:t>
    </dgm:pt>
    <dgm:pt modelId="{89513FCF-3F8C-4F93-8E07-1C854D16BFC9}" type="sibTrans" cxnId="{6DE82B82-6B2B-4C36-978F-7388A8727A60}">
      <dgm:prSet/>
      <dgm:spPr/>
      <dgm:t>
        <a:bodyPr/>
        <a:lstStyle/>
        <a:p>
          <a:endParaRPr lang="en-US"/>
        </a:p>
      </dgm:t>
    </dgm:pt>
    <dgm:pt modelId="{79B3288B-25FE-48D9-BCAF-813CE7E9A165}">
      <dgm:prSet/>
      <dgm:spPr/>
      <dgm:t>
        <a:bodyPr/>
        <a:lstStyle/>
        <a:p>
          <a:r>
            <a:rPr lang="en-US"/>
            <a:t>View assigned sessions</a:t>
          </a:r>
        </a:p>
      </dgm:t>
    </dgm:pt>
    <dgm:pt modelId="{B4DB5C70-BC94-40C7-B8CF-E7F549BFE9C5}" type="parTrans" cxnId="{3E832B6F-37FD-481D-81BD-1C4A41F589AB}">
      <dgm:prSet/>
      <dgm:spPr/>
      <dgm:t>
        <a:bodyPr/>
        <a:lstStyle/>
        <a:p>
          <a:endParaRPr lang="en-US"/>
        </a:p>
      </dgm:t>
    </dgm:pt>
    <dgm:pt modelId="{C61B7E13-FDCB-4DE8-B43B-C376193F72AD}" type="sibTrans" cxnId="{3E832B6F-37FD-481D-81BD-1C4A41F589AB}">
      <dgm:prSet/>
      <dgm:spPr/>
      <dgm:t>
        <a:bodyPr/>
        <a:lstStyle/>
        <a:p>
          <a:endParaRPr lang="en-US"/>
        </a:p>
      </dgm:t>
    </dgm:pt>
    <dgm:pt modelId="{60A654D0-D399-4469-9ECF-F638EBEA7F98}">
      <dgm:prSet/>
      <dgm:spPr/>
      <dgm:t>
        <a:bodyPr/>
        <a:lstStyle/>
        <a:p>
          <a:r>
            <a:rPr lang="en-US"/>
            <a:t>Record student attendance</a:t>
          </a:r>
        </a:p>
      </dgm:t>
    </dgm:pt>
    <dgm:pt modelId="{B1D1AE02-4FC6-4450-8CB9-F578BF1BF632}" type="parTrans" cxnId="{C8092B83-C99B-4C12-A456-E737BA4AF99F}">
      <dgm:prSet/>
      <dgm:spPr/>
      <dgm:t>
        <a:bodyPr/>
        <a:lstStyle/>
        <a:p>
          <a:endParaRPr lang="en-US"/>
        </a:p>
      </dgm:t>
    </dgm:pt>
    <dgm:pt modelId="{452AE9C3-4E03-4768-91A5-2770D4189B23}" type="sibTrans" cxnId="{C8092B83-C99B-4C12-A456-E737BA4AF99F}">
      <dgm:prSet/>
      <dgm:spPr/>
      <dgm:t>
        <a:bodyPr/>
        <a:lstStyle/>
        <a:p>
          <a:endParaRPr lang="en-US"/>
        </a:p>
      </dgm:t>
    </dgm:pt>
    <dgm:pt modelId="{F2CDEDCD-525A-4B6D-98C1-6DB771E0CF2F}">
      <dgm:prSet/>
      <dgm:spPr/>
      <dgm:t>
        <a:bodyPr/>
        <a:lstStyle/>
        <a:p>
          <a:r>
            <a:rPr lang="en-US"/>
            <a:t>Register for sessions</a:t>
          </a:r>
        </a:p>
      </dgm:t>
    </dgm:pt>
    <dgm:pt modelId="{7ED1793E-619C-4675-9669-7273B2E4D923}" type="parTrans" cxnId="{CC7E9333-9AF8-428B-9946-77C13C040460}">
      <dgm:prSet/>
      <dgm:spPr/>
      <dgm:t>
        <a:bodyPr/>
        <a:lstStyle/>
        <a:p>
          <a:endParaRPr lang="en-US"/>
        </a:p>
      </dgm:t>
    </dgm:pt>
    <dgm:pt modelId="{C2D037E6-6E23-4232-8E35-69AAE6D49AAE}" type="sibTrans" cxnId="{CC7E9333-9AF8-428B-9946-77C13C040460}">
      <dgm:prSet/>
      <dgm:spPr/>
      <dgm:t>
        <a:bodyPr/>
        <a:lstStyle/>
        <a:p>
          <a:endParaRPr lang="en-US"/>
        </a:p>
      </dgm:t>
    </dgm:pt>
    <dgm:pt modelId="{BA2F38E2-9680-45D1-BD68-8CD733A44B8E}">
      <dgm:prSet/>
      <dgm:spPr/>
      <dgm:t>
        <a:bodyPr/>
        <a:lstStyle/>
        <a:p>
          <a:r>
            <a:rPr lang="en-US"/>
            <a:t>View availability, subjects, &amp; tutors</a:t>
          </a:r>
        </a:p>
      </dgm:t>
    </dgm:pt>
    <dgm:pt modelId="{A6BEB8EF-4BB0-473D-ABA7-7599DB7AD9DE}" type="parTrans" cxnId="{CF6B550E-7197-4D08-888E-CF6C7FD7F25B}">
      <dgm:prSet/>
      <dgm:spPr/>
      <dgm:t>
        <a:bodyPr/>
        <a:lstStyle/>
        <a:p>
          <a:endParaRPr lang="en-US"/>
        </a:p>
      </dgm:t>
    </dgm:pt>
    <dgm:pt modelId="{7B6E2F13-87E9-4A90-B046-D1600317FA3D}" type="sibTrans" cxnId="{CF6B550E-7197-4D08-888E-CF6C7FD7F25B}">
      <dgm:prSet/>
      <dgm:spPr/>
      <dgm:t>
        <a:bodyPr/>
        <a:lstStyle/>
        <a:p>
          <a:endParaRPr lang="en-US"/>
        </a:p>
      </dgm:t>
    </dgm:pt>
    <dgm:pt modelId="{394F1B88-7E70-4804-8A69-E5005455ED20}">
      <dgm:prSet/>
      <dgm:spPr/>
      <dgm:t>
        <a:bodyPr/>
        <a:lstStyle/>
        <a:p>
          <a:r>
            <a:rPr lang="en-US"/>
            <a:t>Set preferred language</a:t>
          </a:r>
        </a:p>
      </dgm:t>
    </dgm:pt>
    <dgm:pt modelId="{A984FA08-AEF0-4F2A-9297-4C310E97974C}" type="parTrans" cxnId="{6B2226F1-7583-4045-B6A1-4AA61B0B407A}">
      <dgm:prSet/>
      <dgm:spPr/>
      <dgm:t>
        <a:bodyPr/>
        <a:lstStyle/>
        <a:p>
          <a:endParaRPr lang="en-US"/>
        </a:p>
      </dgm:t>
    </dgm:pt>
    <dgm:pt modelId="{7CE1AC04-C42E-4A20-A3D5-867F1FD564C5}" type="sibTrans" cxnId="{6B2226F1-7583-4045-B6A1-4AA61B0B407A}">
      <dgm:prSet/>
      <dgm:spPr/>
      <dgm:t>
        <a:bodyPr/>
        <a:lstStyle/>
        <a:p>
          <a:endParaRPr lang="en-US"/>
        </a:p>
      </dgm:t>
    </dgm:pt>
    <dgm:pt modelId="{6E7FD69C-FE48-41D9-8DF6-10B48F21F5DA}" type="pres">
      <dgm:prSet presAssocID="{1271BD34-447E-4F8E-AF64-67D5E3CC2610}" presName="Name0" presStyleCnt="0">
        <dgm:presLayoutVars>
          <dgm:dir/>
          <dgm:animLvl val="lvl"/>
          <dgm:resizeHandles val="exact"/>
        </dgm:presLayoutVars>
      </dgm:prSet>
      <dgm:spPr/>
    </dgm:pt>
    <dgm:pt modelId="{02893647-B1DF-4CFE-919A-CFC9FE686DF8}" type="pres">
      <dgm:prSet presAssocID="{0DBA1184-59D6-4935-9610-CD8B6EF90F27}" presName="composite" presStyleCnt="0"/>
      <dgm:spPr/>
    </dgm:pt>
    <dgm:pt modelId="{E842868C-F776-498D-92D1-3C68F8F9B56E}" type="pres">
      <dgm:prSet presAssocID="{0DBA1184-59D6-4935-9610-CD8B6EF90F27}" presName="parTx" presStyleLbl="alignNode1" presStyleIdx="0" presStyleCnt="3">
        <dgm:presLayoutVars>
          <dgm:chMax val="0"/>
          <dgm:chPref val="0"/>
        </dgm:presLayoutVars>
      </dgm:prSet>
      <dgm:spPr/>
    </dgm:pt>
    <dgm:pt modelId="{8BF62EAF-3AC9-446F-91F8-9B398C597076}" type="pres">
      <dgm:prSet presAssocID="{0DBA1184-59D6-4935-9610-CD8B6EF90F27}" presName="desTx" presStyleLbl="alignAccFollowNode1" presStyleIdx="0" presStyleCnt="3">
        <dgm:presLayoutVars/>
      </dgm:prSet>
      <dgm:spPr/>
    </dgm:pt>
    <dgm:pt modelId="{50512D99-A5E9-49A5-BA9A-17D4443EC8F8}" type="pres">
      <dgm:prSet presAssocID="{A8F27C57-FFAC-440D-95AC-4FA5E02E981E}" presName="space" presStyleCnt="0"/>
      <dgm:spPr/>
    </dgm:pt>
    <dgm:pt modelId="{B8717A56-E85D-4AB9-8750-9FBE1FB5BE16}" type="pres">
      <dgm:prSet presAssocID="{39322C1F-B63E-4F61-B78A-CF4E6F69F72E}" presName="composite" presStyleCnt="0"/>
      <dgm:spPr/>
    </dgm:pt>
    <dgm:pt modelId="{B5960A03-3F2C-4CE6-86B1-D1D9F8ADE997}" type="pres">
      <dgm:prSet presAssocID="{39322C1F-B63E-4F61-B78A-CF4E6F69F72E}" presName="parTx" presStyleLbl="alignNode1" presStyleIdx="1" presStyleCnt="3">
        <dgm:presLayoutVars>
          <dgm:chMax val="0"/>
          <dgm:chPref val="0"/>
        </dgm:presLayoutVars>
      </dgm:prSet>
      <dgm:spPr/>
    </dgm:pt>
    <dgm:pt modelId="{C9314DD5-991D-45D9-96DF-FFBFD1C0AFCD}" type="pres">
      <dgm:prSet presAssocID="{39322C1F-B63E-4F61-B78A-CF4E6F69F72E}" presName="desTx" presStyleLbl="alignAccFollowNode1" presStyleIdx="1" presStyleCnt="3">
        <dgm:presLayoutVars/>
      </dgm:prSet>
      <dgm:spPr/>
    </dgm:pt>
    <dgm:pt modelId="{7605BD2A-2B11-4A00-AD13-664EA51C81B1}" type="pres">
      <dgm:prSet presAssocID="{24B42D7C-C76A-452D-BE4B-AF3A31501370}" presName="space" presStyleCnt="0"/>
      <dgm:spPr/>
    </dgm:pt>
    <dgm:pt modelId="{C156B0FF-B05C-4994-97BD-68570846FED3}" type="pres">
      <dgm:prSet presAssocID="{5AAB8338-1B18-40D5-B5E3-C3835B4DA27F}" presName="composite" presStyleCnt="0"/>
      <dgm:spPr/>
    </dgm:pt>
    <dgm:pt modelId="{CCF5C813-A45A-4532-9D02-1C436873FF48}" type="pres">
      <dgm:prSet presAssocID="{5AAB8338-1B18-40D5-B5E3-C3835B4DA27F}" presName="parTx" presStyleLbl="alignNode1" presStyleIdx="2" presStyleCnt="3">
        <dgm:presLayoutVars>
          <dgm:chMax val="0"/>
          <dgm:chPref val="0"/>
        </dgm:presLayoutVars>
      </dgm:prSet>
      <dgm:spPr/>
    </dgm:pt>
    <dgm:pt modelId="{52F859DE-B039-4B3A-802B-4F50F0DF2494}" type="pres">
      <dgm:prSet presAssocID="{5AAB8338-1B18-40D5-B5E3-C3835B4DA27F}" presName="desTx" presStyleLbl="alignAccFollowNode1" presStyleIdx="2" presStyleCnt="3">
        <dgm:presLayoutVars/>
      </dgm:prSet>
      <dgm:spPr/>
    </dgm:pt>
  </dgm:ptLst>
  <dgm:cxnLst>
    <dgm:cxn modelId="{760DE508-D7C5-4C13-970F-6BF372F6B5B7}" srcId="{39322C1F-B63E-4F61-B78A-CF4E6F69F72E}" destId="{4EE8DB07-5DC9-4C7A-BFFA-3222A9832679}" srcOrd="0" destOrd="0" parTransId="{ED441690-BFF5-4524-88E2-DCC2F52D97FA}" sibTransId="{D03E7C30-BB8F-4603-9737-4E6C5BD3B2A3}"/>
    <dgm:cxn modelId="{CF6B550E-7197-4D08-888E-CF6C7FD7F25B}" srcId="{39322C1F-B63E-4F61-B78A-CF4E6F69F72E}" destId="{BA2F38E2-9680-45D1-BD68-8CD733A44B8E}" srcOrd="2" destOrd="0" parTransId="{A6BEB8EF-4BB0-473D-ABA7-7599DB7AD9DE}" sibTransId="{7B6E2F13-87E9-4A90-B046-D1600317FA3D}"/>
    <dgm:cxn modelId="{686CAE15-EB5C-4ACA-A21D-3F33A901873F}" type="presOf" srcId="{74916415-24D3-49D7-9677-95816880F688}" destId="{8BF62EAF-3AC9-446F-91F8-9B398C597076}" srcOrd="0" destOrd="1" presId="urn:microsoft.com/office/officeart/2016/7/layout/ChevronBlockProcess"/>
    <dgm:cxn modelId="{6147EC1A-5F83-4779-AF7B-29A43872CBED}" srcId="{0DBA1184-59D6-4935-9610-CD8B6EF90F27}" destId="{74916415-24D3-49D7-9677-95816880F688}" srcOrd="1" destOrd="0" parTransId="{D2312257-B17E-4F62-8CED-B36565179C4F}" sibTransId="{C5DC3906-0E64-4A38-9944-1CB53C023C5D}"/>
    <dgm:cxn modelId="{111D6B1D-E1EB-4F2A-BF1B-14C73A3F782D}" type="presOf" srcId="{79B3288B-25FE-48D9-BCAF-813CE7E9A165}" destId="{52F859DE-B039-4B3A-802B-4F50F0DF2494}" srcOrd="0" destOrd="1" presId="urn:microsoft.com/office/officeart/2016/7/layout/ChevronBlockProcess"/>
    <dgm:cxn modelId="{B6AFBD20-7580-4102-83D5-97E98EF39702}" type="presOf" srcId="{5AAB8338-1B18-40D5-B5E3-C3835B4DA27F}" destId="{CCF5C813-A45A-4532-9D02-1C436873FF48}" srcOrd="0" destOrd="0" presId="urn:microsoft.com/office/officeart/2016/7/layout/ChevronBlockProcess"/>
    <dgm:cxn modelId="{85C59428-5ED9-4245-A7A1-06B992F1F27A}" type="presOf" srcId="{B125E974-AB54-4D73-A8A0-4F81B682BD9D}" destId="{52F859DE-B039-4B3A-802B-4F50F0DF2494}" srcOrd="0" destOrd="0" presId="urn:microsoft.com/office/officeart/2016/7/layout/ChevronBlockProcess"/>
    <dgm:cxn modelId="{6443CF2B-D493-4A42-99F8-54B100B17B34}" type="presOf" srcId="{60A654D0-D399-4469-9ECF-F638EBEA7F98}" destId="{52F859DE-B039-4B3A-802B-4F50F0DF2494}" srcOrd="0" destOrd="2" presId="urn:microsoft.com/office/officeart/2016/7/layout/ChevronBlockProcess"/>
    <dgm:cxn modelId="{D07E522F-746B-48B8-A356-1AB2889E280D}" type="presOf" srcId="{8CA94AB3-31AB-4913-9CBB-7803F68A4E00}" destId="{8BF62EAF-3AC9-446F-91F8-9B398C597076}" srcOrd="0" destOrd="3" presId="urn:microsoft.com/office/officeart/2016/7/layout/ChevronBlockProcess"/>
    <dgm:cxn modelId="{CC7E9333-9AF8-428B-9946-77C13C040460}" srcId="{39322C1F-B63E-4F61-B78A-CF4E6F69F72E}" destId="{F2CDEDCD-525A-4B6D-98C1-6DB771E0CF2F}" srcOrd="1" destOrd="0" parTransId="{7ED1793E-619C-4675-9669-7273B2E4D923}" sibTransId="{C2D037E6-6E23-4232-8E35-69AAE6D49AAE}"/>
    <dgm:cxn modelId="{4F394C3D-43CF-4F47-AED9-DFDAB6C39B44}" srcId="{1271BD34-447E-4F8E-AF64-67D5E3CC2610}" destId="{39322C1F-B63E-4F61-B78A-CF4E6F69F72E}" srcOrd="1" destOrd="0" parTransId="{C62A91A6-F8C1-4E63-8D94-78F7858FB63E}" sibTransId="{24B42D7C-C76A-452D-BE4B-AF3A31501370}"/>
    <dgm:cxn modelId="{AFCF943F-17AD-4D8D-A9C9-5AF391D669B8}" srcId="{1271BD34-447E-4F8E-AF64-67D5E3CC2610}" destId="{0DBA1184-59D6-4935-9610-CD8B6EF90F27}" srcOrd="0" destOrd="0" parTransId="{005521E7-EBCE-44C4-8FDC-8E43E2430D6E}" sibTransId="{A8F27C57-FFAC-440D-95AC-4FA5E02E981E}"/>
    <dgm:cxn modelId="{C30DA948-178D-4A48-8226-018AE397F882}" type="presOf" srcId="{4EE8DB07-5DC9-4C7A-BFFA-3222A9832679}" destId="{C9314DD5-991D-45D9-96DF-FFBFD1C0AFCD}" srcOrd="0" destOrd="0" presId="urn:microsoft.com/office/officeart/2016/7/layout/ChevronBlockProcess"/>
    <dgm:cxn modelId="{9E28BF49-4BD4-4458-97F8-34D056BB2132}" srcId="{0DBA1184-59D6-4935-9610-CD8B6EF90F27}" destId="{8CA94AB3-31AB-4913-9CBB-7803F68A4E00}" srcOrd="3" destOrd="0" parTransId="{AC2F5E50-E248-4420-AE84-AC9E6A7BFE84}" sibTransId="{7771619E-A68C-4ED3-9835-077C48BDE688}"/>
    <dgm:cxn modelId="{9BE1BD5C-3A5C-4B4A-A2DE-D548BAC647BC}" type="presOf" srcId="{394F1B88-7E70-4804-8A69-E5005455ED20}" destId="{C9314DD5-991D-45D9-96DF-FFBFD1C0AFCD}" srcOrd="0" destOrd="3" presId="urn:microsoft.com/office/officeart/2016/7/layout/ChevronBlockProcess"/>
    <dgm:cxn modelId="{BE8FB06B-F513-43EB-A23B-725E5E006829}" srcId="{1271BD34-447E-4F8E-AF64-67D5E3CC2610}" destId="{5AAB8338-1B18-40D5-B5E3-C3835B4DA27F}" srcOrd="2" destOrd="0" parTransId="{BAAB8D60-97CF-4A64-8FA4-5663B9F1BE91}" sibTransId="{D9B421D9-9EC5-4E0E-BEC0-3DB8426FD37F}"/>
    <dgm:cxn modelId="{3E832B6F-37FD-481D-81BD-1C4A41F589AB}" srcId="{5AAB8338-1B18-40D5-B5E3-C3835B4DA27F}" destId="{79B3288B-25FE-48D9-BCAF-813CE7E9A165}" srcOrd="1" destOrd="0" parTransId="{B4DB5C70-BC94-40C7-B8CF-E7F549BFE9C5}" sibTransId="{C61B7E13-FDCB-4DE8-B43B-C376193F72AD}"/>
    <dgm:cxn modelId="{6DE82B82-6B2B-4C36-978F-7388A8727A60}" srcId="{5AAB8338-1B18-40D5-B5E3-C3835B4DA27F}" destId="{B125E974-AB54-4D73-A8A0-4F81B682BD9D}" srcOrd="0" destOrd="0" parTransId="{A1C289A6-00BA-49B7-97A3-2D3872674AB4}" sibTransId="{89513FCF-3F8C-4F93-8E07-1C854D16BFC9}"/>
    <dgm:cxn modelId="{C8092B83-C99B-4C12-A456-E737BA4AF99F}" srcId="{5AAB8338-1B18-40D5-B5E3-C3835B4DA27F}" destId="{60A654D0-D399-4469-9ECF-F638EBEA7F98}" srcOrd="2" destOrd="0" parTransId="{B1D1AE02-4FC6-4450-8CB9-F578BF1BF632}" sibTransId="{452AE9C3-4E03-4768-91A5-2770D4189B23}"/>
    <dgm:cxn modelId="{85BF2FA1-64B1-414B-A077-08FDA9F3A659}" srcId="{0DBA1184-59D6-4935-9610-CD8B6EF90F27}" destId="{C9F6DD91-BB42-4422-A9C9-B5AEC4DCD0C8}" srcOrd="2" destOrd="0" parTransId="{6DBFAC79-EE71-424D-9AAF-DBC1B04A0C3B}" sibTransId="{2B332077-4497-4B3E-8ECE-C4A6058E92D1}"/>
    <dgm:cxn modelId="{C34709A5-AB6C-4C0C-81CC-EA253FFD734C}" srcId="{0DBA1184-59D6-4935-9610-CD8B6EF90F27}" destId="{1A0B32F5-78C6-4849-A468-347981442AB2}" srcOrd="0" destOrd="0" parTransId="{E21DFD6F-4F9C-4F08-88C9-0BAFC64AA09E}" sibTransId="{0778203C-6DAD-451F-BCE2-F25CA1681A35}"/>
    <dgm:cxn modelId="{76FD8AB2-FC54-4059-A71D-2C9007AED104}" type="presOf" srcId="{F2CDEDCD-525A-4B6D-98C1-6DB771E0CF2F}" destId="{C9314DD5-991D-45D9-96DF-FFBFD1C0AFCD}" srcOrd="0" destOrd="1" presId="urn:microsoft.com/office/officeart/2016/7/layout/ChevronBlockProcess"/>
    <dgm:cxn modelId="{631D3BBF-111B-4EE5-8BED-EDAA463A043A}" type="presOf" srcId="{BA2F38E2-9680-45D1-BD68-8CD733A44B8E}" destId="{C9314DD5-991D-45D9-96DF-FFBFD1C0AFCD}" srcOrd="0" destOrd="2" presId="urn:microsoft.com/office/officeart/2016/7/layout/ChevronBlockProcess"/>
    <dgm:cxn modelId="{EEF2A8C0-D15B-40FE-B347-84CC5F1BE97C}" type="presOf" srcId="{1271BD34-447E-4F8E-AF64-67D5E3CC2610}" destId="{6E7FD69C-FE48-41D9-8DF6-10B48F21F5DA}" srcOrd="0" destOrd="0" presId="urn:microsoft.com/office/officeart/2016/7/layout/ChevronBlockProcess"/>
    <dgm:cxn modelId="{5686CDC2-C26A-4ED1-8984-384AABF28886}" type="presOf" srcId="{0DBA1184-59D6-4935-9610-CD8B6EF90F27}" destId="{E842868C-F776-498D-92D1-3C68F8F9B56E}" srcOrd="0" destOrd="0" presId="urn:microsoft.com/office/officeart/2016/7/layout/ChevronBlockProcess"/>
    <dgm:cxn modelId="{22102BC3-430B-43E7-9F2A-6B07AE50E533}" type="presOf" srcId="{C9F6DD91-BB42-4422-A9C9-B5AEC4DCD0C8}" destId="{8BF62EAF-3AC9-446F-91F8-9B398C597076}" srcOrd="0" destOrd="2" presId="urn:microsoft.com/office/officeart/2016/7/layout/ChevronBlockProcess"/>
    <dgm:cxn modelId="{4F68AFD0-FC67-4E5E-8766-F551A5D3772B}" type="presOf" srcId="{39322C1F-B63E-4F61-B78A-CF4E6F69F72E}" destId="{B5960A03-3F2C-4CE6-86B1-D1D9F8ADE997}" srcOrd="0" destOrd="0" presId="urn:microsoft.com/office/officeart/2016/7/layout/ChevronBlockProcess"/>
    <dgm:cxn modelId="{6B2226F1-7583-4045-B6A1-4AA61B0B407A}" srcId="{39322C1F-B63E-4F61-B78A-CF4E6F69F72E}" destId="{394F1B88-7E70-4804-8A69-E5005455ED20}" srcOrd="3" destOrd="0" parTransId="{A984FA08-AEF0-4F2A-9297-4C310E97974C}" sibTransId="{7CE1AC04-C42E-4A20-A3D5-867F1FD564C5}"/>
    <dgm:cxn modelId="{3B82FCFF-7B3A-4453-8874-A36B1FD2AFD6}" type="presOf" srcId="{1A0B32F5-78C6-4849-A468-347981442AB2}" destId="{8BF62EAF-3AC9-446F-91F8-9B398C597076}" srcOrd="0" destOrd="0" presId="urn:microsoft.com/office/officeart/2016/7/layout/ChevronBlockProcess"/>
    <dgm:cxn modelId="{54EA7AA6-C4F3-46BB-9A96-2F10B43C3AB9}" type="presParOf" srcId="{6E7FD69C-FE48-41D9-8DF6-10B48F21F5DA}" destId="{02893647-B1DF-4CFE-919A-CFC9FE686DF8}" srcOrd="0" destOrd="0" presId="urn:microsoft.com/office/officeart/2016/7/layout/ChevronBlockProcess"/>
    <dgm:cxn modelId="{BADC6693-D1A9-4B73-83B8-E8C52CC235FF}" type="presParOf" srcId="{02893647-B1DF-4CFE-919A-CFC9FE686DF8}" destId="{E842868C-F776-498D-92D1-3C68F8F9B56E}" srcOrd="0" destOrd="0" presId="urn:microsoft.com/office/officeart/2016/7/layout/ChevronBlockProcess"/>
    <dgm:cxn modelId="{47C6CCC2-213E-495F-8BB7-B0B901769CE5}" type="presParOf" srcId="{02893647-B1DF-4CFE-919A-CFC9FE686DF8}" destId="{8BF62EAF-3AC9-446F-91F8-9B398C597076}" srcOrd="1" destOrd="0" presId="urn:microsoft.com/office/officeart/2016/7/layout/ChevronBlockProcess"/>
    <dgm:cxn modelId="{135B7CC3-B096-4183-AE1F-0D56442A971D}" type="presParOf" srcId="{6E7FD69C-FE48-41D9-8DF6-10B48F21F5DA}" destId="{50512D99-A5E9-49A5-BA9A-17D4443EC8F8}" srcOrd="1" destOrd="0" presId="urn:microsoft.com/office/officeart/2016/7/layout/ChevronBlockProcess"/>
    <dgm:cxn modelId="{6C1C9878-FD2C-4C80-9E13-4D284EF02914}" type="presParOf" srcId="{6E7FD69C-FE48-41D9-8DF6-10B48F21F5DA}" destId="{B8717A56-E85D-4AB9-8750-9FBE1FB5BE16}" srcOrd="2" destOrd="0" presId="urn:microsoft.com/office/officeart/2016/7/layout/ChevronBlockProcess"/>
    <dgm:cxn modelId="{07BA7BA9-F11C-4C13-ACE3-D73455013B65}" type="presParOf" srcId="{B8717A56-E85D-4AB9-8750-9FBE1FB5BE16}" destId="{B5960A03-3F2C-4CE6-86B1-D1D9F8ADE997}" srcOrd="0" destOrd="0" presId="urn:microsoft.com/office/officeart/2016/7/layout/ChevronBlockProcess"/>
    <dgm:cxn modelId="{3A7FBE29-55D7-4431-AFEC-1ABD8FD137FF}" type="presParOf" srcId="{B8717A56-E85D-4AB9-8750-9FBE1FB5BE16}" destId="{C9314DD5-991D-45D9-96DF-FFBFD1C0AFCD}" srcOrd="1" destOrd="0" presId="urn:microsoft.com/office/officeart/2016/7/layout/ChevronBlockProcess"/>
    <dgm:cxn modelId="{2FF97059-5089-4466-BE3A-70BE9B4C038C}" type="presParOf" srcId="{6E7FD69C-FE48-41D9-8DF6-10B48F21F5DA}" destId="{7605BD2A-2B11-4A00-AD13-664EA51C81B1}" srcOrd="3" destOrd="0" presId="urn:microsoft.com/office/officeart/2016/7/layout/ChevronBlockProcess"/>
    <dgm:cxn modelId="{AC0EBCBE-CD2A-438B-8A41-90BCF13541A8}" type="presParOf" srcId="{6E7FD69C-FE48-41D9-8DF6-10B48F21F5DA}" destId="{C156B0FF-B05C-4994-97BD-68570846FED3}" srcOrd="4" destOrd="0" presId="urn:microsoft.com/office/officeart/2016/7/layout/ChevronBlockProcess"/>
    <dgm:cxn modelId="{FF4A3D4F-8C79-426E-BF3D-8C029835A69A}" type="presParOf" srcId="{C156B0FF-B05C-4994-97BD-68570846FED3}" destId="{CCF5C813-A45A-4532-9D02-1C436873FF48}" srcOrd="0" destOrd="0" presId="urn:microsoft.com/office/officeart/2016/7/layout/ChevronBlockProcess"/>
    <dgm:cxn modelId="{FBED2A06-4B69-4433-A783-B248836A3753}" type="presParOf" srcId="{C156B0FF-B05C-4994-97BD-68570846FED3}" destId="{52F859DE-B039-4B3A-802B-4F50F0DF2494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83541A3-C59D-49D9-BCFD-2C3745C423DF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9708267A-7B62-4D52-858C-D991AD8A9170}">
      <dgm:prSet/>
      <dgm:spPr/>
      <dgm:t>
        <a:bodyPr/>
        <a:lstStyle/>
        <a:p>
          <a:r>
            <a:rPr lang="en-US"/>
            <a:t>Test Case 1: A manager or student wants to see  all tutors who can teach in Spanish</a:t>
          </a:r>
        </a:p>
      </dgm:t>
    </dgm:pt>
    <dgm:pt modelId="{2143540A-B7E1-43A7-9ED4-3A408FE7B20B}" type="parTrans" cxnId="{6C54DB90-8845-4A7D-A26A-05514B676697}">
      <dgm:prSet/>
      <dgm:spPr/>
      <dgm:t>
        <a:bodyPr/>
        <a:lstStyle/>
        <a:p>
          <a:endParaRPr lang="en-US"/>
        </a:p>
      </dgm:t>
    </dgm:pt>
    <dgm:pt modelId="{FA09A4D8-67C8-482F-B148-FECC3245CFA4}" type="sibTrans" cxnId="{6C54DB90-8845-4A7D-A26A-05514B676697}">
      <dgm:prSet/>
      <dgm:spPr/>
      <dgm:t>
        <a:bodyPr/>
        <a:lstStyle/>
        <a:p>
          <a:endParaRPr lang="en-US"/>
        </a:p>
      </dgm:t>
    </dgm:pt>
    <dgm:pt modelId="{F2BB6FEA-5CAA-4E69-8647-A588F26EDBB9}">
      <dgm:prSet/>
      <dgm:spPr/>
      <dgm:t>
        <a:bodyPr/>
        <a:lstStyle/>
        <a:p>
          <a:r>
            <a:rPr lang="en-US"/>
            <a:t>Code:</a:t>
          </a:r>
        </a:p>
      </dgm:t>
    </dgm:pt>
    <dgm:pt modelId="{44C8B285-04F7-4BDF-8E2C-8812D8DA9ECB}" type="parTrans" cxnId="{64E07454-036E-452F-965D-B00C55F64DB8}">
      <dgm:prSet/>
      <dgm:spPr/>
      <dgm:t>
        <a:bodyPr/>
        <a:lstStyle/>
        <a:p>
          <a:endParaRPr lang="en-US"/>
        </a:p>
      </dgm:t>
    </dgm:pt>
    <dgm:pt modelId="{091A1016-85FA-4A59-B352-EFDF633BB03C}" type="sibTrans" cxnId="{64E07454-036E-452F-965D-B00C55F64DB8}">
      <dgm:prSet/>
      <dgm:spPr/>
      <dgm:t>
        <a:bodyPr/>
        <a:lstStyle/>
        <a:p>
          <a:endParaRPr lang="en-US"/>
        </a:p>
      </dgm:t>
    </dgm:pt>
    <dgm:pt modelId="{DDBE210B-DD63-489B-B4D9-712DC7099642}">
      <dgm:prSet/>
      <dgm:spPr/>
      <dgm:t>
        <a:bodyPr/>
        <a:lstStyle/>
        <a:p>
          <a:r>
            <a:rPr lang="en-US"/>
            <a:t>Select p.FirstName, p.LastName</a:t>
          </a:r>
        </a:p>
      </dgm:t>
    </dgm:pt>
    <dgm:pt modelId="{3C981D42-403B-492A-B355-2D908EB83CB8}" type="parTrans" cxnId="{A86C3018-0555-4928-A90D-DBAE3771E767}">
      <dgm:prSet/>
      <dgm:spPr/>
      <dgm:t>
        <a:bodyPr/>
        <a:lstStyle/>
        <a:p>
          <a:endParaRPr lang="en-US"/>
        </a:p>
      </dgm:t>
    </dgm:pt>
    <dgm:pt modelId="{0748BA44-E012-4E1B-8901-C8129BD52F93}" type="sibTrans" cxnId="{A86C3018-0555-4928-A90D-DBAE3771E767}">
      <dgm:prSet/>
      <dgm:spPr/>
      <dgm:t>
        <a:bodyPr/>
        <a:lstStyle/>
        <a:p>
          <a:endParaRPr lang="en-US"/>
        </a:p>
      </dgm:t>
    </dgm:pt>
    <dgm:pt modelId="{4B02925F-8E85-47D2-96DF-C0C4BF05416F}">
      <dgm:prSet/>
      <dgm:spPr/>
      <dgm:t>
        <a:bodyPr/>
        <a:lstStyle/>
        <a:p>
          <a:r>
            <a:rPr lang="en-US"/>
            <a:t>From Tutor as t</a:t>
          </a:r>
        </a:p>
      </dgm:t>
    </dgm:pt>
    <dgm:pt modelId="{151D3B17-CBBD-49E8-B9D5-B1579ED3D730}" type="parTrans" cxnId="{D428237A-74D2-492E-AFE8-1FC6595D5108}">
      <dgm:prSet/>
      <dgm:spPr/>
      <dgm:t>
        <a:bodyPr/>
        <a:lstStyle/>
        <a:p>
          <a:endParaRPr lang="en-US"/>
        </a:p>
      </dgm:t>
    </dgm:pt>
    <dgm:pt modelId="{EB20157C-F932-446F-972B-4149FB2F1241}" type="sibTrans" cxnId="{D428237A-74D2-492E-AFE8-1FC6595D5108}">
      <dgm:prSet/>
      <dgm:spPr/>
      <dgm:t>
        <a:bodyPr/>
        <a:lstStyle/>
        <a:p>
          <a:endParaRPr lang="en-US"/>
        </a:p>
      </dgm:t>
    </dgm:pt>
    <dgm:pt modelId="{AF466225-F0FA-4A4C-B56C-3B30F6EB21A6}">
      <dgm:prSet/>
      <dgm:spPr/>
      <dgm:t>
        <a:bodyPr/>
        <a:lstStyle/>
        <a:p>
          <a:r>
            <a:rPr lang="en-US"/>
            <a:t>Join Fluency as f </a:t>
          </a:r>
        </a:p>
      </dgm:t>
    </dgm:pt>
    <dgm:pt modelId="{51B3004D-454B-4024-9F46-920C7BCC1628}" type="parTrans" cxnId="{B842E7D6-B04D-4F31-B086-B31D016CA0E7}">
      <dgm:prSet/>
      <dgm:spPr/>
      <dgm:t>
        <a:bodyPr/>
        <a:lstStyle/>
        <a:p>
          <a:endParaRPr lang="en-US"/>
        </a:p>
      </dgm:t>
    </dgm:pt>
    <dgm:pt modelId="{8A1766E3-7A99-4A2C-A2C5-4B775090BCBB}" type="sibTrans" cxnId="{B842E7D6-B04D-4F31-B086-B31D016CA0E7}">
      <dgm:prSet/>
      <dgm:spPr/>
      <dgm:t>
        <a:bodyPr/>
        <a:lstStyle/>
        <a:p>
          <a:endParaRPr lang="en-US"/>
        </a:p>
      </dgm:t>
    </dgm:pt>
    <dgm:pt modelId="{C262FA48-E1A6-4509-93FC-0021D56D6A7F}">
      <dgm:prSet/>
      <dgm:spPr/>
      <dgm:t>
        <a:bodyPr/>
        <a:lstStyle/>
        <a:p>
          <a:r>
            <a:rPr lang="en-US"/>
            <a:t>on t.SystemID = f.SystemID</a:t>
          </a:r>
        </a:p>
      </dgm:t>
    </dgm:pt>
    <dgm:pt modelId="{52AFC2E4-08D2-4091-A320-E550827AB3C6}" type="parTrans" cxnId="{F55FD508-8280-4276-8718-154AF21E98CD}">
      <dgm:prSet/>
      <dgm:spPr/>
      <dgm:t>
        <a:bodyPr/>
        <a:lstStyle/>
        <a:p>
          <a:endParaRPr lang="en-US"/>
        </a:p>
      </dgm:t>
    </dgm:pt>
    <dgm:pt modelId="{79D34A65-4F03-4198-B34C-5AA48E8645B1}" type="sibTrans" cxnId="{F55FD508-8280-4276-8718-154AF21E98CD}">
      <dgm:prSet/>
      <dgm:spPr/>
      <dgm:t>
        <a:bodyPr/>
        <a:lstStyle/>
        <a:p>
          <a:endParaRPr lang="en-US"/>
        </a:p>
      </dgm:t>
    </dgm:pt>
    <dgm:pt modelId="{A79B1696-5B73-47E2-A5A0-6E7CD8E04E74}">
      <dgm:prSet/>
      <dgm:spPr/>
      <dgm:t>
        <a:bodyPr/>
        <a:lstStyle/>
        <a:p>
          <a:r>
            <a:rPr lang="en-US"/>
            <a:t>Join AvailableLanguage as l </a:t>
          </a:r>
        </a:p>
      </dgm:t>
    </dgm:pt>
    <dgm:pt modelId="{91BBB339-218F-4A2B-B8E4-02A446CF87AA}" type="parTrans" cxnId="{3D216976-AE8A-40A9-BE3E-C113735D7735}">
      <dgm:prSet/>
      <dgm:spPr/>
      <dgm:t>
        <a:bodyPr/>
        <a:lstStyle/>
        <a:p>
          <a:endParaRPr lang="en-US"/>
        </a:p>
      </dgm:t>
    </dgm:pt>
    <dgm:pt modelId="{B71DFFFF-CA13-4396-9E39-96C57B5E1060}" type="sibTrans" cxnId="{3D216976-AE8A-40A9-BE3E-C113735D7735}">
      <dgm:prSet/>
      <dgm:spPr/>
      <dgm:t>
        <a:bodyPr/>
        <a:lstStyle/>
        <a:p>
          <a:endParaRPr lang="en-US"/>
        </a:p>
      </dgm:t>
    </dgm:pt>
    <dgm:pt modelId="{50070743-625F-4CCC-AAFD-A9BBAB41BF2B}">
      <dgm:prSet/>
      <dgm:spPr/>
      <dgm:t>
        <a:bodyPr/>
        <a:lstStyle/>
        <a:p>
          <a:r>
            <a:rPr lang="en-US"/>
            <a:t>on f.languageID = l.languageID</a:t>
          </a:r>
        </a:p>
      </dgm:t>
    </dgm:pt>
    <dgm:pt modelId="{D73C660E-D547-49C6-ADD9-DC8BBFAAE870}" type="parTrans" cxnId="{F2C2F7F4-E11C-4E90-9FA2-7D9E63706D2C}">
      <dgm:prSet/>
      <dgm:spPr/>
      <dgm:t>
        <a:bodyPr/>
        <a:lstStyle/>
        <a:p>
          <a:endParaRPr lang="en-US"/>
        </a:p>
      </dgm:t>
    </dgm:pt>
    <dgm:pt modelId="{2CC12DD5-D004-4A30-B29E-C02E9B580D47}" type="sibTrans" cxnId="{F2C2F7F4-E11C-4E90-9FA2-7D9E63706D2C}">
      <dgm:prSet/>
      <dgm:spPr/>
      <dgm:t>
        <a:bodyPr/>
        <a:lstStyle/>
        <a:p>
          <a:endParaRPr lang="en-US"/>
        </a:p>
      </dgm:t>
    </dgm:pt>
    <dgm:pt modelId="{F9F62A41-9C36-4946-BC7E-1A8FEDEA6A63}">
      <dgm:prSet/>
      <dgm:spPr/>
      <dgm:t>
        <a:bodyPr/>
        <a:lstStyle/>
        <a:p>
          <a:r>
            <a:rPr lang="en-US"/>
            <a:t>Join person as p </a:t>
          </a:r>
        </a:p>
      </dgm:t>
    </dgm:pt>
    <dgm:pt modelId="{28A08E0C-4989-4A5B-9034-0711A4D9328C}" type="parTrans" cxnId="{822BB82A-A3BE-40BC-A7D6-8A65E5A54F61}">
      <dgm:prSet/>
      <dgm:spPr/>
      <dgm:t>
        <a:bodyPr/>
        <a:lstStyle/>
        <a:p>
          <a:endParaRPr lang="en-US"/>
        </a:p>
      </dgm:t>
    </dgm:pt>
    <dgm:pt modelId="{7BD88F2F-D784-4AAD-A2F8-58EA14BAC47C}" type="sibTrans" cxnId="{822BB82A-A3BE-40BC-A7D6-8A65E5A54F61}">
      <dgm:prSet/>
      <dgm:spPr/>
      <dgm:t>
        <a:bodyPr/>
        <a:lstStyle/>
        <a:p>
          <a:endParaRPr lang="en-US"/>
        </a:p>
      </dgm:t>
    </dgm:pt>
    <dgm:pt modelId="{1EDB06D2-9FA9-4F0F-A703-457D00F2E228}">
      <dgm:prSet/>
      <dgm:spPr/>
      <dgm:t>
        <a:bodyPr/>
        <a:lstStyle/>
        <a:p>
          <a:r>
            <a:rPr lang="en-US"/>
            <a:t>on t.systemID = p.systemID</a:t>
          </a:r>
        </a:p>
      </dgm:t>
    </dgm:pt>
    <dgm:pt modelId="{7EBF943E-A30C-4FBC-9874-A66BBF963D53}" type="parTrans" cxnId="{B4533F9C-6E19-4FE3-AFD5-072CF35B0D1C}">
      <dgm:prSet/>
      <dgm:spPr/>
      <dgm:t>
        <a:bodyPr/>
        <a:lstStyle/>
        <a:p>
          <a:endParaRPr lang="en-US"/>
        </a:p>
      </dgm:t>
    </dgm:pt>
    <dgm:pt modelId="{A63B23CD-3FCB-4132-B354-2B466180E98E}" type="sibTrans" cxnId="{B4533F9C-6E19-4FE3-AFD5-072CF35B0D1C}">
      <dgm:prSet/>
      <dgm:spPr/>
      <dgm:t>
        <a:bodyPr/>
        <a:lstStyle/>
        <a:p>
          <a:endParaRPr lang="en-US"/>
        </a:p>
      </dgm:t>
    </dgm:pt>
    <dgm:pt modelId="{3B6E81B8-4265-4384-A6B5-9F4BBE9D6D3E}">
      <dgm:prSet/>
      <dgm:spPr/>
      <dgm:t>
        <a:bodyPr/>
        <a:lstStyle/>
        <a:p>
          <a:r>
            <a:rPr lang="en-US"/>
            <a:t>Where l.language = 'Spanish';</a:t>
          </a:r>
        </a:p>
      </dgm:t>
    </dgm:pt>
    <dgm:pt modelId="{F034CB31-C976-4564-ACCF-946D0D0D6BE7}" type="parTrans" cxnId="{8A215014-9F8A-4001-AAAA-4C33CCC3860E}">
      <dgm:prSet/>
      <dgm:spPr/>
      <dgm:t>
        <a:bodyPr/>
        <a:lstStyle/>
        <a:p>
          <a:endParaRPr lang="en-US"/>
        </a:p>
      </dgm:t>
    </dgm:pt>
    <dgm:pt modelId="{5839600C-80CB-403D-9AC7-0D8FFAB81253}" type="sibTrans" cxnId="{8A215014-9F8A-4001-AAAA-4C33CCC3860E}">
      <dgm:prSet/>
      <dgm:spPr/>
      <dgm:t>
        <a:bodyPr/>
        <a:lstStyle/>
        <a:p>
          <a:endParaRPr lang="en-US"/>
        </a:p>
      </dgm:t>
    </dgm:pt>
    <dgm:pt modelId="{17BF17B7-B695-4B56-A937-A2795180FD46}" type="pres">
      <dgm:prSet presAssocID="{683541A3-C59D-49D9-BCFD-2C3745C423DF}" presName="linear" presStyleCnt="0">
        <dgm:presLayoutVars>
          <dgm:animLvl val="lvl"/>
          <dgm:resizeHandles val="exact"/>
        </dgm:presLayoutVars>
      </dgm:prSet>
      <dgm:spPr/>
    </dgm:pt>
    <dgm:pt modelId="{EAC42702-BF79-422C-819D-4805616BDD0E}" type="pres">
      <dgm:prSet presAssocID="{9708267A-7B62-4D52-858C-D991AD8A917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6331F98-1D84-4F0E-8F7A-8A06C71FF9B0}" type="pres">
      <dgm:prSet presAssocID="{FA09A4D8-67C8-482F-B148-FECC3245CFA4}" presName="spacer" presStyleCnt="0"/>
      <dgm:spPr/>
    </dgm:pt>
    <dgm:pt modelId="{4E19AE63-ED69-4DEE-AC57-18FA1BA2A999}" type="pres">
      <dgm:prSet presAssocID="{F2BB6FEA-5CAA-4E69-8647-A588F26EDBB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0D02CF0-D91D-40EB-BA92-8BB3701A6DC4}" type="pres">
      <dgm:prSet presAssocID="{F2BB6FEA-5CAA-4E69-8647-A588F26EDBB9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F55FD508-8280-4276-8718-154AF21E98CD}" srcId="{F2BB6FEA-5CAA-4E69-8647-A588F26EDBB9}" destId="{C262FA48-E1A6-4509-93FC-0021D56D6A7F}" srcOrd="3" destOrd="0" parTransId="{52AFC2E4-08D2-4091-A320-E550827AB3C6}" sibTransId="{79D34A65-4F03-4198-B34C-5AA48E8645B1}"/>
    <dgm:cxn modelId="{47883A11-C7DF-40E1-9FFA-A61B84DA2F0E}" type="presOf" srcId="{AF466225-F0FA-4A4C-B56C-3B30F6EB21A6}" destId="{A0D02CF0-D91D-40EB-BA92-8BB3701A6DC4}" srcOrd="0" destOrd="2" presId="urn:microsoft.com/office/officeart/2005/8/layout/vList2"/>
    <dgm:cxn modelId="{8A215014-9F8A-4001-AAAA-4C33CCC3860E}" srcId="{F2BB6FEA-5CAA-4E69-8647-A588F26EDBB9}" destId="{3B6E81B8-4265-4384-A6B5-9F4BBE9D6D3E}" srcOrd="8" destOrd="0" parTransId="{F034CB31-C976-4564-ACCF-946D0D0D6BE7}" sibTransId="{5839600C-80CB-403D-9AC7-0D8FFAB81253}"/>
    <dgm:cxn modelId="{A86C3018-0555-4928-A90D-DBAE3771E767}" srcId="{F2BB6FEA-5CAA-4E69-8647-A588F26EDBB9}" destId="{DDBE210B-DD63-489B-B4D9-712DC7099642}" srcOrd="0" destOrd="0" parTransId="{3C981D42-403B-492A-B355-2D908EB83CB8}" sibTransId="{0748BA44-E012-4E1B-8901-C8129BD52F93}"/>
    <dgm:cxn modelId="{2453531A-D996-4091-8E40-394E42C111E0}" type="presOf" srcId="{3B6E81B8-4265-4384-A6B5-9F4BBE9D6D3E}" destId="{A0D02CF0-D91D-40EB-BA92-8BB3701A6DC4}" srcOrd="0" destOrd="8" presId="urn:microsoft.com/office/officeart/2005/8/layout/vList2"/>
    <dgm:cxn modelId="{822BB82A-A3BE-40BC-A7D6-8A65E5A54F61}" srcId="{F2BB6FEA-5CAA-4E69-8647-A588F26EDBB9}" destId="{F9F62A41-9C36-4946-BC7E-1A8FEDEA6A63}" srcOrd="6" destOrd="0" parTransId="{28A08E0C-4989-4A5B-9034-0711A4D9328C}" sibTransId="{7BD88F2F-D784-4AAD-A2F8-58EA14BAC47C}"/>
    <dgm:cxn modelId="{6C38E534-E6EB-45C9-AD04-A9B9AC63C6AB}" type="presOf" srcId="{DDBE210B-DD63-489B-B4D9-712DC7099642}" destId="{A0D02CF0-D91D-40EB-BA92-8BB3701A6DC4}" srcOrd="0" destOrd="0" presId="urn:microsoft.com/office/officeart/2005/8/layout/vList2"/>
    <dgm:cxn modelId="{64E07454-036E-452F-965D-B00C55F64DB8}" srcId="{683541A3-C59D-49D9-BCFD-2C3745C423DF}" destId="{F2BB6FEA-5CAA-4E69-8647-A588F26EDBB9}" srcOrd="1" destOrd="0" parTransId="{44C8B285-04F7-4BDF-8E2C-8812D8DA9ECB}" sibTransId="{091A1016-85FA-4A59-B352-EFDF633BB03C}"/>
    <dgm:cxn modelId="{DB662C5C-38EC-4EC8-88DB-547F8B17517F}" type="presOf" srcId="{F9F62A41-9C36-4946-BC7E-1A8FEDEA6A63}" destId="{A0D02CF0-D91D-40EB-BA92-8BB3701A6DC4}" srcOrd="0" destOrd="6" presId="urn:microsoft.com/office/officeart/2005/8/layout/vList2"/>
    <dgm:cxn modelId="{2ECF575D-2AB2-4890-A484-0FEB316C0671}" type="presOf" srcId="{50070743-625F-4CCC-AAFD-A9BBAB41BF2B}" destId="{A0D02CF0-D91D-40EB-BA92-8BB3701A6DC4}" srcOrd="0" destOrd="5" presId="urn:microsoft.com/office/officeart/2005/8/layout/vList2"/>
    <dgm:cxn modelId="{BAE8D461-88DD-4A53-B066-8CA935C6574C}" type="presOf" srcId="{A79B1696-5B73-47E2-A5A0-6E7CD8E04E74}" destId="{A0D02CF0-D91D-40EB-BA92-8BB3701A6DC4}" srcOrd="0" destOrd="4" presId="urn:microsoft.com/office/officeart/2005/8/layout/vList2"/>
    <dgm:cxn modelId="{3D216976-AE8A-40A9-BE3E-C113735D7735}" srcId="{F2BB6FEA-5CAA-4E69-8647-A588F26EDBB9}" destId="{A79B1696-5B73-47E2-A5A0-6E7CD8E04E74}" srcOrd="4" destOrd="0" parTransId="{91BBB339-218F-4A2B-B8E4-02A446CF87AA}" sibTransId="{B71DFFFF-CA13-4396-9E39-96C57B5E1060}"/>
    <dgm:cxn modelId="{D428237A-74D2-492E-AFE8-1FC6595D5108}" srcId="{F2BB6FEA-5CAA-4E69-8647-A588F26EDBB9}" destId="{4B02925F-8E85-47D2-96DF-C0C4BF05416F}" srcOrd="1" destOrd="0" parTransId="{151D3B17-CBBD-49E8-B9D5-B1579ED3D730}" sibTransId="{EB20157C-F932-446F-972B-4149FB2F1241}"/>
    <dgm:cxn modelId="{56E5CD80-15FB-4F64-9DD1-0E349AB1FFE7}" type="presOf" srcId="{F2BB6FEA-5CAA-4E69-8647-A588F26EDBB9}" destId="{4E19AE63-ED69-4DEE-AC57-18FA1BA2A999}" srcOrd="0" destOrd="0" presId="urn:microsoft.com/office/officeart/2005/8/layout/vList2"/>
    <dgm:cxn modelId="{6C54DB90-8845-4A7D-A26A-05514B676697}" srcId="{683541A3-C59D-49D9-BCFD-2C3745C423DF}" destId="{9708267A-7B62-4D52-858C-D991AD8A9170}" srcOrd="0" destOrd="0" parTransId="{2143540A-B7E1-43A7-9ED4-3A408FE7B20B}" sibTransId="{FA09A4D8-67C8-482F-B148-FECC3245CFA4}"/>
    <dgm:cxn modelId="{B4533F9C-6E19-4FE3-AFD5-072CF35B0D1C}" srcId="{F2BB6FEA-5CAA-4E69-8647-A588F26EDBB9}" destId="{1EDB06D2-9FA9-4F0F-A703-457D00F2E228}" srcOrd="7" destOrd="0" parTransId="{7EBF943E-A30C-4FBC-9874-A66BBF963D53}" sibTransId="{A63B23CD-3FCB-4132-B354-2B466180E98E}"/>
    <dgm:cxn modelId="{39E0FEAA-30AD-48D0-B19D-5A9649EEC47B}" type="presOf" srcId="{4B02925F-8E85-47D2-96DF-C0C4BF05416F}" destId="{A0D02CF0-D91D-40EB-BA92-8BB3701A6DC4}" srcOrd="0" destOrd="1" presId="urn:microsoft.com/office/officeart/2005/8/layout/vList2"/>
    <dgm:cxn modelId="{A3AD66B5-8B3C-4FD4-95EC-8066FD398FE5}" type="presOf" srcId="{1EDB06D2-9FA9-4F0F-A703-457D00F2E228}" destId="{A0D02CF0-D91D-40EB-BA92-8BB3701A6DC4}" srcOrd="0" destOrd="7" presId="urn:microsoft.com/office/officeart/2005/8/layout/vList2"/>
    <dgm:cxn modelId="{0A6046CB-399E-47DB-838F-06A7FE8E9827}" type="presOf" srcId="{9708267A-7B62-4D52-858C-D991AD8A9170}" destId="{EAC42702-BF79-422C-819D-4805616BDD0E}" srcOrd="0" destOrd="0" presId="urn:microsoft.com/office/officeart/2005/8/layout/vList2"/>
    <dgm:cxn modelId="{B842E7D6-B04D-4F31-B086-B31D016CA0E7}" srcId="{F2BB6FEA-5CAA-4E69-8647-A588F26EDBB9}" destId="{AF466225-F0FA-4A4C-B56C-3B30F6EB21A6}" srcOrd="2" destOrd="0" parTransId="{51B3004D-454B-4024-9F46-920C7BCC1628}" sibTransId="{8A1766E3-7A99-4A2C-A2C5-4B775090BCBB}"/>
    <dgm:cxn modelId="{148DCEEF-0DCB-42DF-9A02-37AE627EDC45}" type="presOf" srcId="{C262FA48-E1A6-4509-93FC-0021D56D6A7F}" destId="{A0D02CF0-D91D-40EB-BA92-8BB3701A6DC4}" srcOrd="0" destOrd="3" presId="urn:microsoft.com/office/officeart/2005/8/layout/vList2"/>
    <dgm:cxn modelId="{F2C2F7F4-E11C-4E90-9FA2-7D9E63706D2C}" srcId="{F2BB6FEA-5CAA-4E69-8647-A588F26EDBB9}" destId="{50070743-625F-4CCC-AAFD-A9BBAB41BF2B}" srcOrd="5" destOrd="0" parTransId="{D73C660E-D547-49C6-ADD9-DC8BBFAAE870}" sibTransId="{2CC12DD5-D004-4A30-B29E-C02E9B580D47}"/>
    <dgm:cxn modelId="{55E793FA-AD2F-44E2-B0A1-E5AE9A0B6BDB}" type="presOf" srcId="{683541A3-C59D-49D9-BCFD-2C3745C423DF}" destId="{17BF17B7-B695-4B56-A937-A2795180FD46}" srcOrd="0" destOrd="0" presId="urn:microsoft.com/office/officeart/2005/8/layout/vList2"/>
    <dgm:cxn modelId="{C5508644-3451-4D72-89D6-D4F17964705E}" type="presParOf" srcId="{17BF17B7-B695-4B56-A937-A2795180FD46}" destId="{EAC42702-BF79-422C-819D-4805616BDD0E}" srcOrd="0" destOrd="0" presId="urn:microsoft.com/office/officeart/2005/8/layout/vList2"/>
    <dgm:cxn modelId="{9A52E530-C643-4AD6-A529-84125368F27F}" type="presParOf" srcId="{17BF17B7-B695-4B56-A937-A2795180FD46}" destId="{96331F98-1D84-4F0E-8F7A-8A06C71FF9B0}" srcOrd="1" destOrd="0" presId="urn:microsoft.com/office/officeart/2005/8/layout/vList2"/>
    <dgm:cxn modelId="{2267D5BD-EAE4-4DD4-BBE1-CE937B571BC9}" type="presParOf" srcId="{17BF17B7-B695-4B56-A937-A2795180FD46}" destId="{4E19AE63-ED69-4DEE-AC57-18FA1BA2A999}" srcOrd="2" destOrd="0" presId="urn:microsoft.com/office/officeart/2005/8/layout/vList2"/>
    <dgm:cxn modelId="{D0019595-AB68-4B21-8C26-712768A03BFE}" type="presParOf" srcId="{17BF17B7-B695-4B56-A937-A2795180FD46}" destId="{A0D02CF0-D91D-40EB-BA92-8BB3701A6DC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03F5495-D789-48C6-834A-34FC4B9F5162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US"/>
        </a:p>
      </dgm:t>
    </dgm:pt>
    <dgm:pt modelId="{56B98B37-CA12-4AF1-8609-C872B83A0187}">
      <dgm:prSet/>
      <dgm:spPr/>
      <dgm:t>
        <a:bodyPr/>
        <a:lstStyle/>
        <a:p>
          <a:r>
            <a:rPr lang="en-US"/>
            <a:t>Test Case 2: A manger or tutor wants to check how many students are registered to attend a certain session</a:t>
          </a:r>
        </a:p>
      </dgm:t>
    </dgm:pt>
    <dgm:pt modelId="{B8090ACC-267E-41D7-8192-E2DDAADF8065}" type="parTrans" cxnId="{10C81F1C-8A9D-483A-8F11-99CF9ABF806E}">
      <dgm:prSet/>
      <dgm:spPr/>
      <dgm:t>
        <a:bodyPr/>
        <a:lstStyle/>
        <a:p>
          <a:endParaRPr lang="en-US"/>
        </a:p>
      </dgm:t>
    </dgm:pt>
    <dgm:pt modelId="{31E19756-1D62-4DAA-8BCC-4CC215606D54}" type="sibTrans" cxnId="{10C81F1C-8A9D-483A-8F11-99CF9ABF806E}">
      <dgm:prSet/>
      <dgm:spPr/>
      <dgm:t>
        <a:bodyPr/>
        <a:lstStyle/>
        <a:p>
          <a:endParaRPr lang="en-US"/>
        </a:p>
      </dgm:t>
    </dgm:pt>
    <dgm:pt modelId="{20C73C9E-63C7-4392-99A7-3F8CCCB72E78}">
      <dgm:prSet/>
      <dgm:spPr/>
      <dgm:t>
        <a:bodyPr/>
        <a:lstStyle/>
        <a:p>
          <a:r>
            <a:rPr lang="en-US"/>
            <a:t>Code:</a:t>
          </a:r>
        </a:p>
      </dgm:t>
    </dgm:pt>
    <dgm:pt modelId="{935C3016-9B4A-4A13-AB07-6F4869A4DC3F}" type="parTrans" cxnId="{2A40A54D-7BC5-456D-998B-86FFC22D24DD}">
      <dgm:prSet/>
      <dgm:spPr/>
      <dgm:t>
        <a:bodyPr/>
        <a:lstStyle/>
        <a:p>
          <a:endParaRPr lang="en-US"/>
        </a:p>
      </dgm:t>
    </dgm:pt>
    <dgm:pt modelId="{B3ADCBA7-05C4-4C88-838A-56AF45802C81}" type="sibTrans" cxnId="{2A40A54D-7BC5-456D-998B-86FFC22D24DD}">
      <dgm:prSet/>
      <dgm:spPr/>
      <dgm:t>
        <a:bodyPr/>
        <a:lstStyle/>
        <a:p>
          <a:endParaRPr lang="en-US"/>
        </a:p>
      </dgm:t>
    </dgm:pt>
    <dgm:pt modelId="{465DC240-5CA6-4A69-B3A3-54E7163F19C2}">
      <dgm:prSet/>
      <dgm:spPr/>
      <dgm:t>
        <a:bodyPr/>
        <a:lstStyle/>
        <a:p>
          <a:r>
            <a:rPr lang="en-US"/>
            <a:t>Select p.FirstName, p.LastName</a:t>
          </a:r>
        </a:p>
      </dgm:t>
    </dgm:pt>
    <dgm:pt modelId="{9792E905-74A3-4BE0-8E5B-57C9CF60A1B9}" type="parTrans" cxnId="{4D55E902-7FC8-4C2A-8576-4D1E712B791E}">
      <dgm:prSet/>
      <dgm:spPr/>
      <dgm:t>
        <a:bodyPr/>
        <a:lstStyle/>
        <a:p>
          <a:endParaRPr lang="en-US"/>
        </a:p>
      </dgm:t>
    </dgm:pt>
    <dgm:pt modelId="{AD80F6F1-6E2D-44FB-A408-DB687D2558F1}" type="sibTrans" cxnId="{4D55E902-7FC8-4C2A-8576-4D1E712B791E}">
      <dgm:prSet/>
      <dgm:spPr/>
      <dgm:t>
        <a:bodyPr/>
        <a:lstStyle/>
        <a:p>
          <a:endParaRPr lang="en-US"/>
        </a:p>
      </dgm:t>
    </dgm:pt>
    <dgm:pt modelId="{03FC4831-F927-4536-A4D2-612CA66BFFF8}">
      <dgm:prSet/>
      <dgm:spPr/>
      <dgm:t>
        <a:bodyPr/>
        <a:lstStyle/>
        <a:p>
          <a:r>
            <a:rPr lang="en-US"/>
            <a:t>From Attend as a</a:t>
          </a:r>
        </a:p>
      </dgm:t>
    </dgm:pt>
    <dgm:pt modelId="{4EA885D6-E172-4B8D-A2E1-9398F106E523}" type="parTrans" cxnId="{B3565167-DCFD-4578-8E19-0C42E51B0899}">
      <dgm:prSet/>
      <dgm:spPr/>
      <dgm:t>
        <a:bodyPr/>
        <a:lstStyle/>
        <a:p>
          <a:endParaRPr lang="en-US"/>
        </a:p>
      </dgm:t>
    </dgm:pt>
    <dgm:pt modelId="{29C059B3-3ACA-4D6B-9571-4CD4B3E10717}" type="sibTrans" cxnId="{B3565167-DCFD-4578-8E19-0C42E51B0899}">
      <dgm:prSet/>
      <dgm:spPr/>
      <dgm:t>
        <a:bodyPr/>
        <a:lstStyle/>
        <a:p>
          <a:endParaRPr lang="en-US"/>
        </a:p>
      </dgm:t>
    </dgm:pt>
    <dgm:pt modelId="{C7A6EB8C-DE6D-4E1B-9EF4-8D45B544BC86}">
      <dgm:prSet/>
      <dgm:spPr/>
      <dgm:t>
        <a:bodyPr/>
        <a:lstStyle/>
        <a:p>
          <a:r>
            <a:rPr lang="en-US"/>
            <a:t>Join Person as p </a:t>
          </a:r>
        </a:p>
      </dgm:t>
    </dgm:pt>
    <dgm:pt modelId="{D53E2CD1-5401-402E-8872-2869B657A5DA}" type="parTrans" cxnId="{8AE570AD-67D6-4E0C-9D77-B8D8F1E47AE8}">
      <dgm:prSet/>
      <dgm:spPr/>
      <dgm:t>
        <a:bodyPr/>
        <a:lstStyle/>
        <a:p>
          <a:endParaRPr lang="en-US"/>
        </a:p>
      </dgm:t>
    </dgm:pt>
    <dgm:pt modelId="{049D98C0-1714-41FC-B71E-E8FC6F7401EE}" type="sibTrans" cxnId="{8AE570AD-67D6-4E0C-9D77-B8D8F1E47AE8}">
      <dgm:prSet/>
      <dgm:spPr/>
      <dgm:t>
        <a:bodyPr/>
        <a:lstStyle/>
        <a:p>
          <a:endParaRPr lang="en-US"/>
        </a:p>
      </dgm:t>
    </dgm:pt>
    <dgm:pt modelId="{B77C5CC8-6636-408C-A5EA-19CFED2EDA47}">
      <dgm:prSet/>
      <dgm:spPr/>
      <dgm:t>
        <a:bodyPr/>
        <a:lstStyle/>
        <a:p>
          <a:r>
            <a:rPr lang="en-US"/>
            <a:t>on a.SystemID = p.SystemID</a:t>
          </a:r>
        </a:p>
      </dgm:t>
    </dgm:pt>
    <dgm:pt modelId="{36D42F9F-C2AB-431B-8870-8539ECBD5214}" type="parTrans" cxnId="{7BA356CE-9007-457F-9E24-B456C107432E}">
      <dgm:prSet/>
      <dgm:spPr/>
      <dgm:t>
        <a:bodyPr/>
        <a:lstStyle/>
        <a:p>
          <a:endParaRPr lang="en-US"/>
        </a:p>
      </dgm:t>
    </dgm:pt>
    <dgm:pt modelId="{6766EB2B-1300-42F5-AD61-FA6AF9490C9E}" type="sibTrans" cxnId="{7BA356CE-9007-457F-9E24-B456C107432E}">
      <dgm:prSet/>
      <dgm:spPr/>
      <dgm:t>
        <a:bodyPr/>
        <a:lstStyle/>
        <a:p>
          <a:endParaRPr lang="en-US"/>
        </a:p>
      </dgm:t>
    </dgm:pt>
    <dgm:pt modelId="{B65D1802-C0E8-47B8-BFA1-68A421C34F89}">
      <dgm:prSet/>
      <dgm:spPr/>
      <dgm:t>
        <a:bodyPr/>
        <a:lstStyle/>
        <a:p>
          <a:r>
            <a:rPr lang="en-US"/>
            <a:t>Where a.SessionID = 1;</a:t>
          </a:r>
        </a:p>
      </dgm:t>
    </dgm:pt>
    <dgm:pt modelId="{6ADEF260-E24E-4642-AE48-40F15DC3116C}" type="parTrans" cxnId="{E0D93F65-4A7B-4049-8B8D-D828D933E69E}">
      <dgm:prSet/>
      <dgm:spPr/>
      <dgm:t>
        <a:bodyPr/>
        <a:lstStyle/>
        <a:p>
          <a:endParaRPr lang="en-US"/>
        </a:p>
      </dgm:t>
    </dgm:pt>
    <dgm:pt modelId="{A27CD023-3611-4853-8D00-66108B54A7E1}" type="sibTrans" cxnId="{E0D93F65-4A7B-4049-8B8D-D828D933E69E}">
      <dgm:prSet/>
      <dgm:spPr/>
      <dgm:t>
        <a:bodyPr/>
        <a:lstStyle/>
        <a:p>
          <a:endParaRPr lang="en-US"/>
        </a:p>
      </dgm:t>
    </dgm:pt>
    <dgm:pt modelId="{D9D01927-B285-42CA-9371-EC4D9332AF56}" type="pres">
      <dgm:prSet presAssocID="{E03F5495-D789-48C6-834A-34FC4B9F5162}" presName="linear" presStyleCnt="0">
        <dgm:presLayoutVars>
          <dgm:animLvl val="lvl"/>
          <dgm:resizeHandles val="exact"/>
        </dgm:presLayoutVars>
      </dgm:prSet>
      <dgm:spPr/>
    </dgm:pt>
    <dgm:pt modelId="{C838994B-6D67-4A3F-96BD-8B9E8AD2AF25}" type="pres">
      <dgm:prSet presAssocID="{56B98B37-CA12-4AF1-8609-C872B83A018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71A2F83-C211-4A54-9CAD-33CD0D479687}" type="pres">
      <dgm:prSet presAssocID="{31E19756-1D62-4DAA-8BCC-4CC215606D54}" presName="spacer" presStyleCnt="0"/>
      <dgm:spPr/>
    </dgm:pt>
    <dgm:pt modelId="{7EF157FC-38C3-40A4-82C8-CDF1A89F1246}" type="pres">
      <dgm:prSet presAssocID="{20C73C9E-63C7-4392-99A7-3F8CCCB72E7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F61657F-73A9-4A42-BFFA-D83D8AC82E8E}" type="pres">
      <dgm:prSet presAssocID="{20C73C9E-63C7-4392-99A7-3F8CCCB72E78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4D55E902-7FC8-4C2A-8576-4D1E712B791E}" srcId="{20C73C9E-63C7-4392-99A7-3F8CCCB72E78}" destId="{465DC240-5CA6-4A69-B3A3-54E7163F19C2}" srcOrd="0" destOrd="0" parTransId="{9792E905-74A3-4BE0-8E5B-57C9CF60A1B9}" sibTransId="{AD80F6F1-6E2D-44FB-A408-DB687D2558F1}"/>
    <dgm:cxn modelId="{10C81F1C-8A9D-483A-8F11-99CF9ABF806E}" srcId="{E03F5495-D789-48C6-834A-34FC4B9F5162}" destId="{56B98B37-CA12-4AF1-8609-C872B83A0187}" srcOrd="0" destOrd="0" parTransId="{B8090ACC-267E-41D7-8192-E2DDAADF8065}" sibTransId="{31E19756-1D62-4DAA-8BCC-4CC215606D54}"/>
    <dgm:cxn modelId="{78782C37-C5AD-405E-956C-95E1A0200C3E}" type="presOf" srcId="{B77C5CC8-6636-408C-A5EA-19CFED2EDA47}" destId="{9F61657F-73A9-4A42-BFFA-D83D8AC82E8E}" srcOrd="0" destOrd="3" presId="urn:microsoft.com/office/officeart/2005/8/layout/vList2"/>
    <dgm:cxn modelId="{78AB6D38-FE95-4E08-AA90-CC5E2614FAF6}" type="presOf" srcId="{E03F5495-D789-48C6-834A-34FC4B9F5162}" destId="{D9D01927-B285-42CA-9371-EC4D9332AF56}" srcOrd="0" destOrd="0" presId="urn:microsoft.com/office/officeart/2005/8/layout/vList2"/>
    <dgm:cxn modelId="{25F01D4B-8A46-449C-8677-F4292CB95EC5}" type="presOf" srcId="{B65D1802-C0E8-47B8-BFA1-68A421C34F89}" destId="{9F61657F-73A9-4A42-BFFA-D83D8AC82E8E}" srcOrd="0" destOrd="4" presId="urn:microsoft.com/office/officeart/2005/8/layout/vList2"/>
    <dgm:cxn modelId="{2A40A54D-7BC5-456D-998B-86FFC22D24DD}" srcId="{E03F5495-D789-48C6-834A-34FC4B9F5162}" destId="{20C73C9E-63C7-4392-99A7-3F8CCCB72E78}" srcOrd="1" destOrd="0" parTransId="{935C3016-9B4A-4A13-AB07-6F4869A4DC3F}" sibTransId="{B3ADCBA7-05C4-4C88-838A-56AF45802C81}"/>
    <dgm:cxn modelId="{E0D93F65-4A7B-4049-8B8D-D828D933E69E}" srcId="{20C73C9E-63C7-4392-99A7-3F8CCCB72E78}" destId="{B65D1802-C0E8-47B8-BFA1-68A421C34F89}" srcOrd="4" destOrd="0" parTransId="{6ADEF260-E24E-4642-AE48-40F15DC3116C}" sibTransId="{A27CD023-3611-4853-8D00-66108B54A7E1}"/>
    <dgm:cxn modelId="{B3565167-DCFD-4578-8E19-0C42E51B0899}" srcId="{20C73C9E-63C7-4392-99A7-3F8CCCB72E78}" destId="{03FC4831-F927-4536-A4D2-612CA66BFFF8}" srcOrd="1" destOrd="0" parTransId="{4EA885D6-E172-4B8D-A2E1-9398F106E523}" sibTransId="{29C059B3-3ACA-4D6B-9571-4CD4B3E10717}"/>
    <dgm:cxn modelId="{FAEC2E7E-74A0-4A4A-81D0-76904D21DACE}" type="presOf" srcId="{03FC4831-F927-4536-A4D2-612CA66BFFF8}" destId="{9F61657F-73A9-4A42-BFFA-D83D8AC82E8E}" srcOrd="0" destOrd="1" presId="urn:microsoft.com/office/officeart/2005/8/layout/vList2"/>
    <dgm:cxn modelId="{1D7314A8-3457-4D13-80E6-AFFA88A246A9}" type="presOf" srcId="{56B98B37-CA12-4AF1-8609-C872B83A0187}" destId="{C838994B-6D67-4A3F-96BD-8B9E8AD2AF25}" srcOrd="0" destOrd="0" presId="urn:microsoft.com/office/officeart/2005/8/layout/vList2"/>
    <dgm:cxn modelId="{8AE570AD-67D6-4E0C-9D77-B8D8F1E47AE8}" srcId="{20C73C9E-63C7-4392-99A7-3F8CCCB72E78}" destId="{C7A6EB8C-DE6D-4E1B-9EF4-8D45B544BC86}" srcOrd="2" destOrd="0" parTransId="{D53E2CD1-5401-402E-8872-2869B657A5DA}" sibTransId="{049D98C0-1714-41FC-B71E-E8FC6F7401EE}"/>
    <dgm:cxn modelId="{BAEB5CB4-CDB0-4E3B-A0DD-F6396141E59D}" type="presOf" srcId="{20C73C9E-63C7-4392-99A7-3F8CCCB72E78}" destId="{7EF157FC-38C3-40A4-82C8-CDF1A89F1246}" srcOrd="0" destOrd="0" presId="urn:microsoft.com/office/officeart/2005/8/layout/vList2"/>
    <dgm:cxn modelId="{69FD7DBC-5682-41B2-B4ED-10B17A11F70A}" type="presOf" srcId="{465DC240-5CA6-4A69-B3A3-54E7163F19C2}" destId="{9F61657F-73A9-4A42-BFFA-D83D8AC82E8E}" srcOrd="0" destOrd="0" presId="urn:microsoft.com/office/officeart/2005/8/layout/vList2"/>
    <dgm:cxn modelId="{7BA356CE-9007-457F-9E24-B456C107432E}" srcId="{20C73C9E-63C7-4392-99A7-3F8CCCB72E78}" destId="{B77C5CC8-6636-408C-A5EA-19CFED2EDA47}" srcOrd="3" destOrd="0" parTransId="{36D42F9F-C2AB-431B-8870-8539ECBD5214}" sibTransId="{6766EB2B-1300-42F5-AD61-FA6AF9490C9E}"/>
    <dgm:cxn modelId="{689EFED3-EBE5-4ADB-8AE7-CAC1826AEC71}" type="presOf" srcId="{C7A6EB8C-DE6D-4E1B-9EF4-8D45B544BC86}" destId="{9F61657F-73A9-4A42-BFFA-D83D8AC82E8E}" srcOrd="0" destOrd="2" presId="urn:microsoft.com/office/officeart/2005/8/layout/vList2"/>
    <dgm:cxn modelId="{1EB52170-5E8F-4EF1-8662-BC3703C6852F}" type="presParOf" srcId="{D9D01927-B285-42CA-9371-EC4D9332AF56}" destId="{C838994B-6D67-4A3F-96BD-8B9E8AD2AF25}" srcOrd="0" destOrd="0" presId="urn:microsoft.com/office/officeart/2005/8/layout/vList2"/>
    <dgm:cxn modelId="{FD719E4A-CBFB-4A61-98B8-B12272F6F6C9}" type="presParOf" srcId="{D9D01927-B285-42CA-9371-EC4D9332AF56}" destId="{B71A2F83-C211-4A54-9CAD-33CD0D479687}" srcOrd="1" destOrd="0" presId="urn:microsoft.com/office/officeart/2005/8/layout/vList2"/>
    <dgm:cxn modelId="{61B492DE-82DF-49DD-9629-87AA0121655D}" type="presParOf" srcId="{D9D01927-B285-42CA-9371-EC4D9332AF56}" destId="{7EF157FC-38C3-40A4-82C8-CDF1A89F1246}" srcOrd="2" destOrd="0" presId="urn:microsoft.com/office/officeart/2005/8/layout/vList2"/>
    <dgm:cxn modelId="{99C96559-3E03-43B2-B9E6-590584D16B31}" type="presParOf" srcId="{D9D01927-B285-42CA-9371-EC4D9332AF56}" destId="{9F61657F-73A9-4A42-BFFA-D83D8AC82E8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DC19594-A9A6-4362-B90E-D662F635D35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1E51145-6796-4F55-86F2-D5EFC41AA9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Automatic session reminders for tutors and students</a:t>
          </a:r>
        </a:p>
      </dgm:t>
    </dgm:pt>
    <dgm:pt modelId="{4AE4FE6D-5615-41D1-B1AB-23D05001CB58}" type="parTrans" cxnId="{CDE62D5C-3550-4CD9-B55A-0AA34A23FFEC}">
      <dgm:prSet/>
      <dgm:spPr/>
      <dgm:t>
        <a:bodyPr/>
        <a:lstStyle/>
        <a:p>
          <a:endParaRPr lang="en-US"/>
        </a:p>
      </dgm:t>
    </dgm:pt>
    <dgm:pt modelId="{727A2A10-E44D-4D92-BFA9-7D933AF04CD3}" type="sibTrans" cxnId="{CDE62D5C-3550-4CD9-B55A-0AA34A23FFEC}">
      <dgm:prSet/>
      <dgm:spPr/>
      <dgm:t>
        <a:bodyPr/>
        <a:lstStyle/>
        <a:p>
          <a:endParaRPr lang="en-US"/>
        </a:p>
      </dgm:t>
    </dgm:pt>
    <dgm:pt modelId="{E6E28A92-5BB8-47BE-B672-EBA1CBCF294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Reduces missed sessions</a:t>
          </a:r>
        </a:p>
      </dgm:t>
    </dgm:pt>
    <dgm:pt modelId="{4796AC9B-0C24-414B-AC4A-BBF8DB6B548B}" type="parTrans" cxnId="{77ADC3B9-DEBE-46A9-96DB-5D7367AD6ED6}">
      <dgm:prSet/>
      <dgm:spPr/>
      <dgm:t>
        <a:bodyPr/>
        <a:lstStyle/>
        <a:p>
          <a:endParaRPr lang="en-US"/>
        </a:p>
      </dgm:t>
    </dgm:pt>
    <dgm:pt modelId="{D4CEC183-CC25-4B80-830D-C5BEADB9B8EC}" type="sibTrans" cxnId="{77ADC3B9-DEBE-46A9-96DB-5D7367AD6ED6}">
      <dgm:prSet/>
      <dgm:spPr/>
      <dgm:t>
        <a:bodyPr/>
        <a:lstStyle/>
        <a:p>
          <a:endParaRPr lang="en-US"/>
        </a:p>
      </dgm:t>
    </dgm:pt>
    <dgm:pt modelId="{7E89F691-D10A-4771-99DC-89068ADC9F9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Helps both parties stay organized and on time</a:t>
          </a:r>
        </a:p>
      </dgm:t>
    </dgm:pt>
    <dgm:pt modelId="{9937A89C-7B5B-4531-ACB0-2501F13F1168}" type="parTrans" cxnId="{8648D345-CB8C-4D8A-9AF6-0757F4DF6FB7}">
      <dgm:prSet/>
      <dgm:spPr/>
      <dgm:t>
        <a:bodyPr/>
        <a:lstStyle/>
        <a:p>
          <a:endParaRPr lang="en-US"/>
        </a:p>
      </dgm:t>
    </dgm:pt>
    <dgm:pt modelId="{6679CEB3-545B-41B2-AC09-13F26053269D}" type="sibTrans" cxnId="{8648D345-CB8C-4D8A-9AF6-0757F4DF6FB7}">
      <dgm:prSet/>
      <dgm:spPr/>
      <dgm:t>
        <a:bodyPr/>
        <a:lstStyle/>
        <a:p>
          <a:endParaRPr lang="en-US"/>
        </a:p>
      </dgm:t>
    </dgm:pt>
    <dgm:pt modelId="{A72DEC84-E828-4A9D-9B12-400C5E131B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Full Scheduling System</a:t>
          </a:r>
        </a:p>
      </dgm:t>
    </dgm:pt>
    <dgm:pt modelId="{6EDDC6F7-B4C6-4A27-971B-8506E20FEDDD}" type="parTrans" cxnId="{7F18DCDD-C583-4872-A211-7BC277559978}">
      <dgm:prSet/>
      <dgm:spPr/>
      <dgm:t>
        <a:bodyPr/>
        <a:lstStyle/>
        <a:p>
          <a:endParaRPr lang="en-US"/>
        </a:p>
      </dgm:t>
    </dgm:pt>
    <dgm:pt modelId="{895193E0-C2F1-4C1D-B7EC-8166B17F69A7}" type="sibTrans" cxnId="{7F18DCDD-C583-4872-A211-7BC277559978}">
      <dgm:prSet/>
      <dgm:spPr/>
      <dgm:t>
        <a:bodyPr/>
        <a:lstStyle/>
        <a:p>
          <a:endParaRPr lang="en-US"/>
        </a:p>
      </dgm:t>
    </dgm:pt>
    <dgm:pt modelId="{1F877C88-76AD-4ECA-968A-2F058D0BAB0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Detects scheduling conflicts and prevents collusion</a:t>
          </a:r>
        </a:p>
      </dgm:t>
    </dgm:pt>
    <dgm:pt modelId="{7AEC4F30-95EF-4FEE-8F4E-C7F11D68CF9E}" type="parTrans" cxnId="{470E683A-D7B5-4030-B217-06821D3D96B8}">
      <dgm:prSet/>
      <dgm:spPr/>
      <dgm:t>
        <a:bodyPr/>
        <a:lstStyle/>
        <a:p>
          <a:endParaRPr lang="en-US"/>
        </a:p>
      </dgm:t>
    </dgm:pt>
    <dgm:pt modelId="{673144AB-1770-4CEA-8B0D-6CA44D505B57}" type="sibTrans" cxnId="{470E683A-D7B5-4030-B217-06821D3D96B8}">
      <dgm:prSet/>
      <dgm:spPr/>
      <dgm:t>
        <a:bodyPr/>
        <a:lstStyle/>
        <a:p>
          <a:endParaRPr lang="en-US"/>
        </a:p>
      </dgm:t>
    </dgm:pt>
    <dgm:pt modelId="{2D887380-57D3-417F-A089-5D6D4ABD7DF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Ensures every student has a subject specific tutor </a:t>
          </a:r>
        </a:p>
      </dgm:t>
    </dgm:pt>
    <dgm:pt modelId="{5F4320A1-3B91-47F2-9ABC-4DC9F0BB0673}" type="parTrans" cxnId="{5F85CE79-77D8-4E6B-9A00-6740DACA8295}">
      <dgm:prSet/>
      <dgm:spPr/>
      <dgm:t>
        <a:bodyPr/>
        <a:lstStyle/>
        <a:p>
          <a:endParaRPr lang="en-US"/>
        </a:p>
      </dgm:t>
    </dgm:pt>
    <dgm:pt modelId="{DE5883F4-6EDD-4101-A4A1-F99B956DD703}" type="sibTrans" cxnId="{5F85CE79-77D8-4E6B-9A00-6740DACA8295}">
      <dgm:prSet/>
      <dgm:spPr/>
      <dgm:t>
        <a:bodyPr/>
        <a:lstStyle/>
        <a:p>
          <a:endParaRPr lang="en-US"/>
        </a:p>
      </dgm:t>
    </dgm:pt>
    <dgm:pt modelId="{57CFC99D-236C-4635-A963-83F92A9A58F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Improves overall session coverage and efficiency</a:t>
          </a:r>
        </a:p>
      </dgm:t>
    </dgm:pt>
    <dgm:pt modelId="{B8642E0A-C81F-45C3-AF13-8D9A4610CB79}" type="parTrans" cxnId="{BABEA3EE-42A9-4544-907C-4DC87A84D0AD}">
      <dgm:prSet/>
      <dgm:spPr/>
      <dgm:t>
        <a:bodyPr/>
        <a:lstStyle/>
        <a:p>
          <a:endParaRPr lang="en-US"/>
        </a:p>
      </dgm:t>
    </dgm:pt>
    <dgm:pt modelId="{53C53B24-2C3A-4153-B31F-BE627AA290B0}" type="sibTrans" cxnId="{BABEA3EE-42A9-4544-907C-4DC87A84D0AD}">
      <dgm:prSet/>
      <dgm:spPr/>
      <dgm:t>
        <a:bodyPr/>
        <a:lstStyle/>
        <a:p>
          <a:endParaRPr lang="en-US"/>
        </a:p>
      </dgm:t>
    </dgm:pt>
    <dgm:pt modelId="{A8E9BDDA-BA87-4E63-A89C-CBD587CB25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Topic-level session details</a:t>
          </a:r>
        </a:p>
      </dgm:t>
    </dgm:pt>
    <dgm:pt modelId="{79779D22-26D7-46BF-910E-19116E87B9E2}" type="parTrans" cxnId="{ACDC3AFA-305E-4376-8923-22B416DE6DBC}">
      <dgm:prSet/>
      <dgm:spPr/>
      <dgm:t>
        <a:bodyPr/>
        <a:lstStyle/>
        <a:p>
          <a:endParaRPr lang="en-US"/>
        </a:p>
      </dgm:t>
    </dgm:pt>
    <dgm:pt modelId="{8BE275DC-0A38-4EC2-809E-DEC4587D5212}" type="sibTrans" cxnId="{ACDC3AFA-305E-4376-8923-22B416DE6DBC}">
      <dgm:prSet/>
      <dgm:spPr/>
      <dgm:t>
        <a:bodyPr/>
        <a:lstStyle/>
        <a:p>
          <a:endParaRPr lang="en-US"/>
        </a:p>
      </dgm:t>
    </dgm:pt>
    <dgm:pt modelId="{16587B13-3575-449B-AD06-360EB39C9B0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Allows tutor to identify specific aspect of what student needs help with.</a:t>
          </a:r>
        </a:p>
        <a:p>
          <a:pPr>
            <a:lnSpc>
              <a:spcPct val="100000"/>
            </a:lnSpc>
          </a:pPr>
          <a:r>
            <a:rPr lang="en-US" sz="1400" dirty="0"/>
            <a:t>Helps tutors prepare instructional methods in advance</a:t>
          </a:r>
        </a:p>
      </dgm:t>
    </dgm:pt>
    <dgm:pt modelId="{99269230-559A-48AD-BC9D-4D2F83ADE28D}" type="parTrans" cxnId="{E16BB4DC-7039-4C9D-9046-AB44995EF3CD}">
      <dgm:prSet/>
      <dgm:spPr/>
      <dgm:t>
        <a:bodyPr/>
        <a:lstStyle/>
        <a:p>
          <a:endParaRPr lang="en-US"/>
        </a:p>
      </dgm:t>
    </dgm:pt>
    <dgm:pt modelId="{7733C460-897C-4819-9EC5-9F5437C08E6A}" type="sibTrans" cxnId="{E16BB4DC-7039-4C9D-9046-AB44995EF3CD}">
      <dgm:prSet/>
      <dgm:spPr/>
      <dgm:t>
        <a:bodyPr/>
        <a:lstStyle/>
        <a:p>
          <a:endParaRPr lang="en-US"/>
        </a:p>
      </dgm:t>
    </dgm:pt>
    <dgm:pt modelId="{4CF42332-44AA-488D-A98C-4E67AE6D4AE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May require coordination with professors to upload topic lists</a:t>
          </a:r>
        </a:p>
      </dgm:t>
    </dgm:pt>
    <dgm:pt modelId="{A40317A5-4E61-48ED-B72D-C7F32F16D4D7}" type="parTrans" cxnId="{F520A59F-52A9-44B5-9320-D80A082B6EBD}">
      <dgm:prSet/>
      <dgm:spPr/>
      <dgm:t>
        <a:bodyPr/>
        <a:lstStyle/>
        <a:p>
          <a:endParaRPr lang="en-US"/>
        </a:p>
      </dgm:t>
    </dgm:pt>
    <dgm:pt modelId="{17E10B6B-BCBD-435B-AB48-078C6B044D4F}" type="sibTrans" cxnId="{F520A59F-52A9-44B5-9320-D80A082B6EBD}">
      <dgm:prSet/>
      <dgm:spPr/>
      <dgm:t>
        <a:bodyPr/>
        <a:lstStyle/>
        <a:p>
          <a:endParaRPr lang="en-US"/>
        </a:p>
      </dgm:t>
    </dgm:pt>
    <dgm:pt modelId="{105AEEB0-ABAD-4B20-B7EE-746281665360}" type="pres">
      <dgm:prSet presAssocID="{9DC19594-A9A6-4362-B90E-D662F635D350}" presName="root" presStyleCnt="0">
        <dgm:presLayoutVars>
          <dgm:dir/>
          <dgm:resizeHandles val="exact"/>
        </dgm:presLayoutVars>
      </dgm:prSet>
      <dgm:spPr/>
    </dgm:pt>
    <dgm:pt modelId="{7A810EAC-607D-4948-9369-917B03C8314F}" type="pres">
      <dgm:prSet presAssocID="{41E51145-6796-4F55-86F2-D5EFC41AA96C}" presName="compNode" presStyleCnt="0"/>
      <dgm:spPr/>
    </dgm:pt>
    <dgm:pt modelId="{44E18919-B881-4A20-BDF9-B920A3F23F0E}" type="pres">
      <dgm:prSet presAssocID="{41E51145-6796-4F55-86F2-D5EFC41AA96C}" presName="bgRect" presStyleLbl="bgShp" presStyleIdx="0" presStyleCnt="3"/>
      <dgm:spPr/>
    </dgm:pt>
    <dgm:pt modelId="{6D65DBBD-68CD-4EDC-B49E-873CCEFA9602}" type="pres">
      <dgm:prSet presAssocID="{41E51145-6796-4F55-86F2-D5EFC41AA96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A5A509CB-E95E-4AB0-A1E8-C4D4735CFCC1}" type="pres">
      <dgm:prSet presAssocID="{41E51145-6796-4F55-86F2-D5EFC41AA96C}" presName="spaceRect" presStyleCnt="0"/>
      <dgm:spPr/>
    </dgm:pt>
    <dgm:pt modelId="{C2DF8104-1CA4-4290-9563-D5FAC1D3C7FC}" type="pres">
      <dgm:prSet presAssocID="{41E51145-6796-4F55-86F2-D5EFC41AA96C}" presName="parTx" presStyleLbl="revTx" presStyleIdx="0" presStyleCnt="6">
        <dgm:presLayoutVars>
          <dgm:chMax val="0"/>
          <dgm:chPref val="0"/>
        </dgm:presLayoutVars>
      </dgm:prSet>
      <dgm:spPr/>
    </dgm:pt>
    <dgm:pt modelId="{4DF12605-671F-4379-8018-8E5F821070F5}" type="pres">
      <dgm:prSet presAssocID="{41E51145-6796-4F55-86F2-D5EFC41AA96C}" presName="desTx" presStyleLbl="revTx" presStyleIdx="1" presStyleCnt="6">
        <dgm:presLayoutVars/>
      </dgm:prSet>
      <dgm:spPr/>
    </dgm:pt>
    <dgm:pt modelId="{8B366DC0-AA77-4FF8-B4E9-732AE99E5301}" type="pres">
      <dgm:prSet presAssocID="{727A2A10-E44D-4D92-BFA9-7D933AF04CD3}" presName="sibTrans" presStyleCnt="0"/>
      <dgm:spPr/>
    </dgm:pt>
    <dgm:pt modelId="{86D3C489-5530-4DAF-B8EE-D4D5ACFE6B6D}" type="pres">
      <dgm:prSet presAssocID="{A72DEC84-E828-4A9D-9B12-400C5E131B43}" presName="compNode" presStyleCnt="0"/>
      <dgm:spPr/>
    </dgm:pt>
    <dgm:pt modelId="{055FB3C5-C098-4E02-BF9D-815C7EC210A3}" type="pres">
      <dgm:prSet presAssocID="{A72DEC84-E828-4A9D-9B12-400C5E131B43}" presName="bgRect" presStyleLbl="bgShp" presStyleIdx="1" presStyleCnt="3"/>
      <dgm:spPr/>
    </dgm:pt>
    <dgm:pt modelId="{7962512A-0998-4F14-9648-B3ED13D5887A}" type="pres">
      <dgm:prSet presAssocID="{A72DEC84-E828-4A9D-9B12-400C5E131B4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F6054920-7343-4EBF-9556-D9EB1FB1E53B}" type="pres">
      <dgm:prSet presAssocID="{A72DEC84-E828-4A9D-9B12-400C5E131B43}" presName="spaceRect" presStyleCnt="0"/>
      <dgm:spPr/>
    </dgm:pt>
    <dgm:pt modelId="{B5D7ED60-7C28-4964-93F3-AE81904DF325}" type="pres">
      <dgm:prSet presAssocID="{A72DEC84-E828-4A9D-9B12-400C5E131B43}" presName="parTx" presStyleLbl="revTx" presStyleIdx="2" presStyleCnt="6">
        <dgm:presLayoutVars>
          <dgm:chMax val="0"/>
          <dgm:chPref val="0"/>
        </dgm:presLayoutVars>
      </dgm:prSet>
      <dgm:spPr/>
    </dgm:pt>
    <dgm:pt modelId="{4D950DC1-2441-4AE1-82AC-C9139B93B525}" type="pres">
      <dgm:prSet presAssocID="{A72DEC84-E828-4A9D-9B12-400C5E131B43}" presName="desTx" presStyleLbl="revTx" presStyleIdx="3" presStyleCnt="6">
        <dgm:presLayoutVars/>
      </dgm:prSet>
      <dgm:spPr/>
    </dgm:pt>
    <dgm:pt modelId="{B2FE561D-FB48-492C-BE00-F3C6F45B962C}" type="pres">
      <dgm:prSet presAssocID="{895193E0-C2F1-4C1D-B7EC-8166B17F69A7}" presName="sibTrans" presStyleCnt="0"/>
      <dgm:spPr/>
    </dgm:pt>
    <dgm:pt modelId="{B3A7186E-A02B-4531-B118-8991C9E6B67F}" type="pres">
      <dgm:prSet presAssocID="{A8E9BDDA-BA87-4E63-A89C-CBD587CB250B}" presName="compNode" presStyleCnt="0"/>
      <dgm:spPr/>
    </dgm:pt>
    <dgm:pt modelId="{21C0C2F3-BE44-46E0-9AF8-6E80639A0D7D}" type="pres">
      <dgm:prSet presAssocID="{A8E9BDDA-BA87-4E63-A89C-CBD587CB250B}" presName="bgRect" presStyleLbl="bgShp" presStyleIdx="2" presStyleCnt="3"/>
      <dgm:spPr/>
    </dgm:pt>
    <dgm:pt modelId="{09C05DBF-8F4D-4A9A-A695-38C3A5B1FFD5}" type="pres">
      <dgm:prSet presAssocID="{A8E9BDDA-BA87-4E63-A89C-CBD587CB250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A80FEF72-CCC4-4CA5-A5E5-0F5F842525F2}" type="pres">
      <dgm:prSet presAssocID="{A8E9BDDA-BA87-4E63-A89C-CBD587CB250B}" presName="spaceRect" presStyleCnt="0"/>
      <dgm:spPr/>
    </dgm:pt>
    <dgm:pt modelId="{B7D0C8A0-A9BD-486F-8C4D-E382E7B97F2D}" type="pres">
      <dgm:prSet presAssocID="{A8E9BDDA-BA87-4E63-A89C-CBD587CB250B}" presName="parTx" presStyleLbl="revTx" presStyleIdx="4" presStyleCnt="6">
        <dgm:presLayoutVars>
          <dgm:chMax val="0"/>
          <dgm:chPref val="0"/>
        </dgm:presLayoutVars>
      </dgm:prSet>
      <dgm:spPr/>
    </dgm:pt>
    <dgm:pt modelId="{8FCC216F-AF4B-4337-8C63-4028E87A7ED1}" type="pres">
      <dgm:prSet presAssocID="{A8E9BDDA-BA87-4E63-A89C-CBD587CB250B}" presName="desTx" presStyleLbl="revTx" presStyleIdx="5" presStyleCnt="6">
        <dgm:presLayoutVars/>
      </dgm:prSet>
      <dgm:spPr/>
    </dgm:pt>
  </dgm:ptLst>
  <dgm:cxnLst>
    <dgm:cxn modelId="{D8886F00-E4C2-4CF4-B5CE-01545E76C247}" type="presOf" srcId="{1F877C88-76AD-4ECA-968A-2F058D0BAB0B}" destId="{4D950DC1-2441-4AE1-82AC-C9139B93B525}" srcOrd="0" destOrd="0" presId="urn:microsoft.com/office/officeart/2018/2/layout/IconVerticalSolidList"/>
    <dgm:cxn modelId="{8EC71703-7B91-4A06-8E93-4351FE2BCE36}" type="presOf" srcId="{2D887380-57D3-417F-A089-5D6D4ABD7DF0}" destId="{4D950DC1-2441-4AE1-82AC-C9139B93B525}" srcOrd="0" destOrd="1" presId="urn:microsoft.com/office/officeart/2018/2/layout/IconVerticalSolidList"/>
    <dgm:cxn modelId="{471A3B06-0FD8-4813-8BB3-6074025D4E12}" type="presOf" srcId="{7E89F691-D10A-4771-99DC-89068ADC9F9C}" destId="{4DF12605-671F-4379-8018-8E5F821070F5}" srcOrd="0" destOrd="1" presId="urn:microsoft.com/office/officeart/2018/2/layout/IconVerticalSolidList"/>
    <dgm:cxn modelId="{BD7BCE13-172F-4E1D-9F89-7BB76D8A27F1}" type="presOf" srcId="{4CF42332-44AA-488D-A98C-4E67AE6D4AE1}" destId="{8FCC216F-AF4B-4337-8C63-4028E87A7ED1}" srcOrd="0" destOrd="1" presId="urn:microsoft.com/office/officeart/2018/2/layout/IconVerticalSolidList"/>
    <dgm:cxn modelId="{BE5DBC23-5BCF-4591-8F96-96E00DFE640F}" type="presOf" srcId="{41E51145-6796-4F55-86F2-D5EFC41AA96C}" destId="{C2DF8104-1CA4-4290-9563-D5FAC1D3C7FC}" srcOrd="0" destOrd="0" presId="urn:microsoft.com/office/officeart/2018/2/layout/IconVerticalSolidList"/>
    <dgm:cxn modelId="{62492A31-902D-472F-B5B5-B1839697F00C}" type="presOf" srcId="{E6E28A92-5BB8-47BE-B672-EBA1CBCF2949}" destId="{4DF12605-671F-4379-8018-8E5F821070F5}" srcOrd="0" destOrd="0" presId="urn:microsoft.com/office/officeart/2018/2/layout/IconVerticalSolidList"/>
    <dgm:cxn modelId="{470E683A-D7B5-4030-B217-06821D3D96B8}" srcId="{A72DEC84-E828-4A9D-9B12-400C5E131B43}" destId="{1F877C88-76AD-4ECA-968A-2F058D0BAB0B}" srcOrd="0" destOrd="0" parTransId="{7AEC4F30-95EF-4FEE-8F4E-C7F11D68CF9E}" sibTransId="{673144AB-1770-4CEA-8B0D-6CA44D505B57}"/>
    <dgm:cxn modelId="{8648D345-CB8C-4D8A-9AF6-0757F4DF6FB7}" srcId="{41E51145-6796-4F55-86F2-D5EFC41AA96C}" destId="{7E89F691-D10A-4771-99DC-89068ADC9F9C}" srcOrd="1" destOrd="0" parTransId="{9937A89C-7B5B-4531-ACB0-2501F13F1168}" sibTransId="{6679CEB3-545B-41B2-AC09-13F26053269D}"/>
    <dgm:cxn modelId="{CDE62D5C-3550-4CD9-B55A-0AA34A23FFEC}" srcId="{9DC19594-A9A6-4362-B90E-D662F635D350}" destId="{41E51145-6796-4F55-86F2-D5EFC41AA96C}" srcOrd="0" destOrd="0" parTransId="{4AE4FE6D-5615-41D1-B1AB-23D05001CB58}" sibTransId="{727A2A10-E44D-4D92-BFA9-7D933AF04CD3}"/>
    <dgm:cxn modelId="{5F85CE79-77D8-4E6B-9A00-6740DACA8295}" srcId="{A72DEC84-E828-4A9D-9B12-400C5E131B43}" destId="{2D887380-57D3-417F-A089-5D6D4ABD7DF0}" srcOrd="1" destOrd="0" parTransId="{5F4320A1-3B91-47F2-9ABC-4DC9F0BB0673}" sibTransId="{DE5883F4-6EDD-4101-A4A1-F99B956DD703}"/>
    <dgm:cxn modelId="{F520A59F-52A9-44B5-9320-D80A082B6EBD}" srcId="{A8E9BDDA-BA87-4E63-A89C-CBD587CB250B}" destId="{4CF42332-44AA-488D-A98C-4E67AE6D4AE1}" srcOrd="1" destOrd="0" parTransId="{A40317A5-4E61-48ED-B72D-C7F32F16D4D7}" sibTransId="{17E10B6B-BCBD-435B-AB48-078C6B044D4F}"/>
    <dgm:cxn modelId="{61F019A3-D610-4BA3-99CE-76D45861B932}" type="presOf" srcId="{9DC19594-A9A6-4362-B90E-D662F635D350}" destId="{105AEEB0-ABAD-4B20-B7EE-746281665360}" srcOrd="0" destOrd="0" presId="urn:microsoft.com/office/officeart/2018/2/layout/IconVerticalSolidList"/>
    <dgm:cxn modelId="{047620A9-E43A-4BDE-93EF-F7FDF1142E2B}" type="presOf" srcId="{57CFC99D-236C-4635-A963-83F92A9A58F5}" destId="{4D950DC1-2441-4AE1-82AC-C9139B93B525}" srcOrd="0" destOrd="2" presId="urn:microsoft.com/office/officeart/2018/2/layout/IconVerticalSolidList"/>
    <dgm:cxn modelId="{877D1FB8-C60C-4531-BFF4-05727E3659A5}" type="presOf" srcId="{A8E9BDDA-BA87-4E63-A89C-CBD587CB250B}" destId="{B7D0C8A0-A9BD-486F-8C4D-E382E7B97F2D}" srcOrd="0" destOrd="0" presId="urn:microsoft.com/office/officeart/2018/2/layout/IconVerticalSolidList"/>
    <dgm:cxn modelId="{77ADC3B9-DEBE-46A9-96DB-5D7367AD6ED6}" srcId="{41E51145-6796-4F55-86F2-D5EFC41AA96C}" destId="{E6E28A92-5BB8-47BE-B672-EBA1CBCF2949}" srcOrd="0" destOrd="0" parTransId="{4796AC9B-0C24-414B-AC4A-BBF8DB6B548B}" sibTransId="{D4CEC183-CC25-4B80-830D-C5BEADB9B8EC}"/>
    <dgm:cxn modelId="{E16BB4DC-7039-4C9D-9046-AB44995EF3CD}" srcId="{A8E9BDDA-BA87-4E63-A89C-CBD587CB250B}" destId="{16587B13-3575-449B-AD06-360EB39C9B00}" srcOrd="0" destOrd="0" parTransId="{99269230-559A-48AD-BC9D-4D2F83ADE28D}" sibTransId="{7733C460-897C-4819-9EC5-9F5437C08E6A}"/>
    <dgm:cxn modelId="{7F18DCDD-C583-4872-A211-7BC277559978}" srcId="{9DC19594-A9A6-4362-B90E-D662F635D350}" destId="{A72DEC84-E828-4A9D-9B12-400C5E131B43}" srcOrd="1" destOrd="0" parTransId="{6EDDC6F7-B4C6-4A27-971B-8506E20FEDDD}" sibTransId="{895193E0-C2F1-4C1D-B7EC-8166B17F69A7}"/>
    <dgm:cxn modelId="{BABEA3EE-42A9-4544-907C-4DC87A84D0AD}" srcId="{A72DEC84-E828-4A9D-9B12-400C5E131B43}" destId="{57CFC99D-236C-4635-A963-83F92A9A58F5}" srcOrd="2" destOrd="0" parTransId="{B8642E0A-C81F-45C3-AF13-8D9A4610CB79}" sibTransId="{53C53B24-2C3A-4153-B31F-BE627AA290B0}"/>
    <dgm:cxn modelId="{AFCCD8EF-ED22-433B-BF10-E36219C5BC27}" type="presOf" srcId="{A72DEC84-E828-4A9D-9B12-400C5E131B43}" destId="{B5D7ED60-7C28-4964-93F3-AE81904DF325}" srcOrd="0" destOrd="0" presId="urn:microsoft.com/office/officeart/2018/2/layout/IconVerticalSolidList"/>
    <dgm:cxn modelId="{ACDC3AFA-305E-4376-8923-22B416DE6DBC}" srcId="{9DC19594-A9A6-4362-B90E-D662F635D350}" destId="{A8E9BDDA-BA87-4E63-A89C-CBD587CB250B}" srcOrd="2" destOrd="0" parTransId="{79779D22-26D7-46BF-910E-19116E87B9E2}" sibTransId="{8BE275DC-0A38-4EC2-809E-DEC4587D5212}"/>
    <dgm:cxn modelId="{73260CFB-8D7A-4CE4-9A2B-9EDFF7BE7A3C}" type="presOf" srcId="{16587B13-3575-449B-AD06-360EB39C9B00}" destId="{8FCC216F-AF4B-4337-8C63-4028E87A7ED1}" srcOrd="0" destOrd="0" presId="urn:microsoft.com/office/officeart/2018/2/layout/IconVerticalSolidList"/>
    <dgm:cxn modelId="{E3CCDC7A-8C2C-4EA6-B73E-3810B4850E7D}" type="presParOf" srcId="{105AEEB0-ABAD-4B20-B7EE-746281665360}" destId="{7A810EAC-607D-4948-9369-917B03C8314F}" srcOrd="0" destOrd="0" presId="urn:microsoft.com/office/officeart/2018/2/layout/IconVerticalSolidList"/>
    <dgm:cxn modelId="{904BF16D-12FF-47A0-92FA-0BA1E3CCE06A}" type="presParOf" srcId="{7A810EAC-607D-4948-9369-917B03C8314F}" destId="{44E18919-B881-4A20-BDF9-B920A3F23F0E}" srcOrd="0" destOrd="0" presId="urn:microsoft.com/office/officeart/2018/2/layout/IconVerticalSolidList"/>
    <dgm:cxn modelId="{2A192889-4248-4E45-8E60-65319C0016D9}" type="presParOf" srcId="{7A810EAC-607D-4948-9369-917B03C8314F}" destId="{6D65DBBD-68CD-4EDC-B49E-873CCEFA9602}" srcOrd="1" destOrd="0" presId="urn:microsoft.com/office/officeart/2018/2/layout/IconVerticalSolidList"/>
    <dgm:cxn modelId="{2211C7A5-9DD7-4484-AF9E-BCB22F7245BB}" type="presParOf" srcId="{7A810EAC-607D-4948-9369-917B03C8314F}" destId="{A5A509CB-E95E-4AB0-A1E8-C4D4735CFCC1}" srcOrd="2" destOrd="0" presId="urn:microsoft.com/office/officeart/2018/2/layout/IconVerticalSolidList"/>
    <dgm:cxn modelId="{549F8A84-1082-4F24-9419-C94520DCC7C3}" type="presParOf" srcId="{7A810EAC-607D-4948-9369-917B03C8314F}" destId="{C2DF8104-1CA4-4290-9563-D5FAC1D3C7FC}" srcOrd="3" destOrd="0" presId="urn:microsoft.com/office/officeart/2018/2/layout/IconVerticalSolidList"/>
    <dgm:cxn modelId="{70E13B21-011A-4BD5-A548-CFDC17CF9283}" type="presParOf" srcId="{7A810EAC-607D-4948-9369-917B03C8314F}" destId="{4DF12605-671F-4379-8018-8E5F821070F5}" srcOrd="4" destOrd="0" presId="urn:microsoft.com/office/officeart/2018/2/layout/IconVerticalSolidList"/>
    <dgm:cxn modelId="{6EE71108-5A75-41E4-B6E9-841D5358851C}" type="presParOf" srcId="{105AEEB0-ABAD-4B20-B7EE-746281665360}" destId="{8B366DC0-AA77-4FF8-B4E9-732AE99E5301}" srcOrd="1" destOrd="0" presId="urn:microsoft.com/office/officeart/2018/2/layout/IconVerticalSolidList"/>
    <dgm:cxn modelId="{3F56DEDE-7764-4424-B2C2-9EAD5B4D8093}" type="presParOf" srcId="{105AEEB0-ABAD-4B20-B7EE-746281665360}" destId="{86D3C489-5530-4DAF-B8EE-D4D5ACFE6B6D}" srcOrd="2" destOrd="0" presId="urn:microsoft.com/office/officeart/2018/2/layout/IconVerticalSolidList"/>
    <dgm:cxn modelId="{3ABD514E-5ED2-4F30-AA5C-9E5DF291D2A0}" type="presParOf" srcId="{86D3C489-5530-4DAF-B8EE-D4D5ACFE6B6D}" destId="{055FB3C5-C098-4E02-BF9D-815C7EC210A3}" srcOrd="0" destOrd="0" presId="urn:microsoft.com/office/officeart/2018/2/layout/IconVerticalSolidList"/>
    <dgm:cxn modelId="{450F12A6-7CBC-42C3-88BD-925F5336D7CB}" type="presParOf" srcId="{86D3C489-5530-4DAF-B8EE-D4D5ACFE6B6D}" destId="{7962512A-0998-4F14-9648-B3ED13D5887A}" srcOrd="1" destOrd="0" presId="urn:microsoft.com/office/officeart/2018/2/layout/IconVerticalSolidList"/>
    <dgm:cxn modelId="{14D34C6E-C6B0-4E50-9E57-8439E6843EBF}" type="presParOf" srcId="{86D3C489-5530-4DAF-B8EE-D4D5ACFE6B6D}" destId="{F6054920-7343-4EBF-9556-D9EB1FB1E53B}" srcOrd="2" destOrd="0" presId="urn:microsoft.com/office/officeart/2018/2/layout/IconVerticalSolidList"/>
    <dgm:cxn modelId="{CE81A7F7-6EDE-4C4D-8FE2-2736097AEE7D}" type="presParOf" srcId="{86D3C489-5530-4DAF-B8EE-D4D5ACFE6B6D}" destId="{B5D7ED60-7C28-4964-93F3-AE81904DF325}" srcOrd="3" destOrd="0" presId="urn:microsoft.com/office/officeart/2018/2/layout/IconVerticalSolidList"/>
    <dgm:cxn modelId="{0FD70A5E-A092-48B8-8F14-3B91BC924CE8}" type="presParOf" srcId="{86D3C489-5530-4DAF-B8EE-D4D5ACFE6B6D}" destId="{4D950DC1-2441-4AE1-82AC-C9139B93B525}" srcOrd="4" destOrd="0" presId="urn:microsoft.com/office/officeart/2018/2/layout/IconVerticalSolidList"/>
    <dgm:cxn modelId="{CBBCAEB8-2972-471F-9B2D-96FE2769F504}" type="presParOf" srcId="{105AEEB0-ABAD-4B20-B7EE-746281665360}" destId="{B2FE561D-FB48-492C-BE00-F3C6F45B962C}" srcOrd="3" destOrd="0" presId="urn:microsoft.com/office/officeart/2018/2/layout/IconVerticalSolidList"/>
    <dgm:cxn modelId="{4319AFBB-5ECE-4D04-A8D0-3E246759887C}" type="presParOf" srcId="{105AEEB0-ABAD-4B20-B7EE-746281665360}" destId="{B3A7186E-A02B-4531-B118-8991C9E6B67F}" srcOrd="4" destOrd="0" presId="urn:microsoft.com/office/officeart/2018/2/layout/IconVerticalSolidList"/>
    <dgm:cxn modelId="{43283A45-F100-4001-982F-1A28F1154009}" type="presParOf" srcId="{B3A7186E-A02B-4531-B118-8991C9E6B67F}" destId="{21C0C2F3-BE44-46E0-9AF8-6E80639A0D7D}" srcOrd="0" destOrd="0" presId="urn:microsoft.com/office/officeart/2018/2/layout/IconVerticalSolidList"/>
    <dgm:cxn modelId="{8D66F725-C67E-44D7-81BF-9AA005489EE6}" type="presParOf" srcId="{B3A7186E-A02B-4531-B118-8991C9E6B67F}" destId="{09C05DBF-8F4D-4A9A-A695-38C3A5B1FFD5}" srcOrd="1" destOrd="0" presId="urn:microsoft.com/office/officeart/2018/2/layout/IconVerticalSolidList"/>
    <dgm:cxn modelId="{2DC830BE-4F9B-4530-9085-9E53BFC44C31}" type="presParOf" srcId="{B3A7186E-A02B-4531-B118-8991C9E6B67F}" destId="{A80FEF72-CCC4-4CA5-A5E5-0F5F842525F2}" srcOrd="2" destOrd="0" presId="urn:microsoft.com/office/officeart/2018/2/layout/IconVerticalSolidList"/>
    <dgm:cxn modelId="{42A56860-8A0F-4E69-9BD6-E9407A38AA7D}" type="presParOf" srcId="{B3A7186E-A02B-4531-B118-8991C9E6B67F}" destId="{B7D0C8A0-A9BD-486F-8C4D-E382E7B97F2D}" srcOrd="3" destOrd="0" presId="urn:microsoft.com/office/officeart/2018/2/layout/IconVerticalSolidList"/>
    <dgm:cxn modelId="{DE105DE9-B84F-461F-84D9-F8AD86B80466}" type="presParOf" srcId="{B3A7186E-A02B-4531-B118-8991C9E6B67F}" destId="{8FCC216F-AF4B-4337-8C63-4028E87A7ED1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5B43150-5F51-457D-9D68-0BCB5CC0E22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09C4B33-5BE9-409B-909C-65089F8C83D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What we did</a:t>
          </a:r>
        </a:p>
      </dgm:t>
    </dgm:pt>
    <dgm:pt modelId="{1D8DB53A-DE9A-47AD-B004-0D1D265E37A6}" type="parTrans" cxnId="{C9113102-803C-4446-9969-E267B5D327CA}">
      <dgm:prSet/>
      <dgm:spPr/>
      <dgm:t>
        <a:bodyPr/>
        <a:lstStyle/>
        <a:p>
          <a:endParaRPr lang="en-US"/>
        </a:p>
      </dgm:t>
    </dgm:pt>
    <dgm:pt modelId="{6C32EA74-7BCD-48E9-BF6E-43494AD202E6}" type="sibTrans" cxnId="{C9113102-803C-4446-9969-E267B5D327CA}">
      <dgm:prSet/>
      <dgm:spPr/>
      <dgm:t>
        <a:bodyPr/>
        <a:lstStyle/>
        <a:p>
          <a:endParaRPr lang="en-US"/>
        </a:p>
      </dgm:t>
    </dgm:pt>
    <dgm:pt modelId="{23328F9E-2F47-4FDF-98E1-2951714987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Designed ERD and Relational Schemas based on business need</a:t>
          </a:r>
        </a:p>
      </dgm:t>
    </dgm:pt>
    <dgm:pt modelId="{5E7C72AC-3CD0-441D-A7E9-538C94D67603}" type="parTrans" cxnId="{8BA88447-DDEF-4756-AF6B-FE3CE20BCD35}">
      <dgm:prSet/>
      <dgm:spPr/>
      <dgm:t>
        <a:bodyPr/>
        <a:lstStyle/>
        <a:p>
          <a:endParaRPr lang="en-US"/>
        </a:p>
      </dgm:t>
    </dgm:pt>
    <dgm:pt modelId="{2A2E4019-0B1F-4502-BC1E-9DBF0674089E}" type="sibTrans" cxnId="{8BA88447-DDEF-4756-AF6B-FE3CE20BCD35}">
      <dgm:prSet/>
      <dgm:spPr/>
      <dgm:t>
        <a:bodyPr/>
        <a:lstStyle/>
        <a:p>
          <a:endParaRPr lang="en-US"/>
        </a:p>
      </dgm:t>
    </dgm:pt>
    <dgm:pt modelId="{A91E60C5-5C27-411A-89E8-41285BE1ED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Built and implemented MySQL tables</a:t>
          </a:r>
        </a:p>
      </dgm:t>
    </dgm:pt>
    <dgm:pt modelId="{1D4A24D9-261E-44B5-A4D8-D13900067558}" type="parTrans" cxnId="{D6513FBA-C6C9-4A49-94AD-1228A44798D2}">
      <dgm:prSet/>
      <dgm:spPr/>
      <dgm:t>
        <a:bodyPr/>
        <a:lstStyle/>
        <a:p>
          <a:endParaRPr lang="en-US"/>
        </a:p>
      </dgm:t>
    </dgm:pt>
    <dgm:pt modelId="{FC52C699-A59D-4255-9C9C-8241452B5BCD}" type="sibTrans" cxnId="{D6513FBA-C6C9-4A49-94AD-1228A44798D2}">
      <dgm:prSet/>
      <dgm:spPr/>
      <dgm:t>
        <a:bodyPr/>
        <a:lstStyle/>
        <a:p>
          <a:endParaRPr lang="en-US"/>
        </a:p>
      </dgm:t>
    </dgm:pt>
    <dgm:pt modelId="{54EBA5B5-33F2-4E27-9F8C-22AB466F11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Created an application UI</a:t>
          </a:r>
        </a:p>
      </dgm:t>
    </dgm:pt>
    <dgm:pt modelId="{A44D6CF7-0AB6-492F-91F2-23B1CC42E036}" type="parTrans" cxnId="{ADFB45CA-C56A-4ED0-AD2D-E7E2B175BC31}">
      <dgm:prSet/>
      <dgm:spPr/>
      <dgm:t>
        <a:bodyPr/>
        <a:lstStyle/>
        <a:p>
          <a:endParaRPr lang="en-US"/>
        </a:p>
      </dgm:t>
    </dgm:pt>
    <dgm:pt modelId="{0E01CEE0-0616-454E-A7C9-343B8631B860}" type="sibTrans" cxnId="{ADFB45CA-C56A-4ED0-AD2D-E7E2B175BC31}">
      <dgm:prSet/>
      <dgm:spPr/>
      <dgm:t>
        <a:bodyPr/>
        <a:lstStyle/>
        <a:p>
          <a:endParaRPr lang="en-US"/>
        </a:p>
      </dgm:t>
    </dgm:pt>
    <dgm:pt modelId="{AD636E8E-0E8C-4AC1-81F0-BEB21B74EF3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What we learned</a:t>
          </a:r>
        </a:p>
      </dgm:t>
    </dgm:pt>
    <dgm:pt modelId="{9307F449-232F-4AB9-B70F-7D61D357C2BE}" type="parTrans" cxnId="{968A8AC0-3E37-4FFA-94A4-505B578F32C7}">
      <dgm:prSet/>
      <dgm:spPr/>
      <dgm:t>
        <a:bodyPr/>
        <a:lstStyle/>
        <a:p>
          <a:endParaRPr lang="en-US"/>
        </a:p>
      </dgm:t>
    </dgm:pt>
    <dgm:pt modelId="{58EB1FEC-D682-44CB-9938-3B74A6D94FB0}" type="sibTrans" cxnId="{968A8AC0-3E37-4FFA-94A4-505B578F32C7}">
      <dgm:prSet/>
      <dgm:spPr/>
      <dgm:t>
        <a:bodyPr/>
        <a:lstStyle/>
        <a:p>
          <a:endParaRPr lang="en-US"/>
        </a:p>
      </dgm:t>
    </dgm:pt>
    <dgm:pt modelId="{C7F865D6-BF64-46B2-9AC4-2ABE8F4356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Convert real processes and business needs into database structures</a:t>
          </a:r>
        </a:p>
      </dgm:t>
    </dgm:pt>
    <dgm:pt modelId="{C13019BA-B9BC-4C8B-AF81-0834AAC4AAA6}" type="parTrans" cxnId="{D2DF6D06-637F-4085-AF69-AB556F49BBB4}">
      <dgm:prSet/>
      <dgm:spPr/>
      <dgm:t>
        <a:bodyPr/>
        <a:lstStyle/>
        <a:p>
          <a:endParaRPr lang="en-US"/>
        </a:p>
      </dgm:t>
    </dgm:pt>
    <dgm:pt modelId="{EC395C81-2811-4030-82F6-1968EFDE0380}" type="sibTrans" cxnId="{D2DF6D06-637F-4085-AF69-AB556F49BBB4}">
      <dgm:prSet/>
      <dgm:spPr/>
      <dgm:t>
        <a:bodyPr/>
        <a:lstStyle/>
        <a:p>
          <a:endParaRPr lang="en-US"/>
        </a:p>
      </dgm:t>
    </dgm:pt>
    <dgm:pt modelId="{D85F6EC7-77F4-4AF9-86B5-5E10578A80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Manage constraints, and entity relationships</a:t>
          </a:r>
        </a:p>
      </dgm:t>
    </dgm:pt>
    <dgm:pt modelId="{05CFB86D-BEAC-45BB-9792-546A3146646C}" type="parTrans" cxnId="{34A6EA19-FB18-4A77-810A-868B564D6EBD}">
      <dgm:prSet/>
      <dgm:spPr/>
      <dgm:t>
        <a:bodyPr/>
        <a:lstStyle/>
        <a:p>
          <a:endParaRPr lang="en-US"/>
        </a:p>
      </dgm:t>
    </dgm:pt>
    <dgm:pt modelId="{87BD01B8-53E7-418C-A7B3-26ED2E543084}" type="sibTrans" cxnId="{34A6EA19-FB18-4A77-810A-868B564D6EBD}">
      <dgm:prSet/>
      <dgm:spPr/>
      <dgm:t>
        <a:bodyPr/>
        <a:lstStyle/>
        <a:p>
          <a:endParaRPr lang="en-US"/>
        </a:p>
      </dgm:t>
    </dgm:pt>
    <dgm:pt modelId="{E4A215D8-9D09-4950-9340-88D56C1996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Connecting the database with  application, Realtime  i/o operation </a:t>
          </a:r>
        </a:p>
      </dgm:t>
    </dgm:pt>
    <dgm:pt modelId="{C96B5B32-C9E2-4EDC-8B94-27F15B202C2A}" type="parTrans" cxnId="{DE49914D-0193-43E6-BAE5-8F72F59CB0C4}">
      <dgm:prSet/>
      <dgm:spPr/>
      <dgm:t>
        <a:bodyPr/>
        <a:lstStyle/>
        <a:p>
          <a:endParaRPr lang="en-US"/>
        </a:p>
      </dgm:t>
    </dgm:pt>
    <dgm:pt modelId="{C5D63F60-9E2A-46AF-BDCB-03BA6FAF833F}" type="sibTrans" cxnId="{DE49914D-0193-43E6-BAE5-8F72F59CB0C4}">
      <dgm:prSet/>
      <dgm:spPr/>
      <dgm:t>
        <a:bodyPr/>
        <a:lstStyle/>
        <a:p>
          <a:endParaRPr lang="en-US"/>
        </a:p>
      </dgm:t>
    </dgm:pt>
    <dgm:pt modelId="{4F9F02FD-951C-4503-A3CE-DFD85C071BB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What we’d do differently</a:t>
          </a:r>
        </a:p>
      </dgm:t>
    </dgm:pt>
    <dgm:pt modelId="{EB048F62-AAB7-424E-AF66-48A48272283C}" type="parTrans" cxnId="{2477ABE1-3775-445B-8C4D-C2B36A10B64D}">
      <dgm:prSet/>
      <dgm:spPr/>
      <dgm:t>
        <a:bodyPr/>
        <a:lstStyle/>
        <a:p>
          <a:endParaRPr lang="en-US"/>
        </a:p>
      </dgm:t>
    </dgm:pt>
    <dgm:pt modelId="{073442EE-D28F-4367-8EB4-85D69E8BC565}" type="sibTrans" cxnId="{2477ABE1-3775-445B-8C4D-C2B36A10B64D}">
      <dgm:prSet/>
      <dgm:spPr/>
      <dgm:t>
        <a:bodyPr/>
        <a:lstStyle/>
        <a:p>
          <a:endParaRPr lang="en-US"/>
        </a:p>
      </dgm:t>
    </dgm:pt>
    <dgm:pt modelId="{99C4C5F9-A853-47FB-BE5C-F52740CCD3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Explore more options for SQL DBMS which would generate better Database Diagram </a:t>
          </a:r>
          <a:br>
            <a:rPr lang="en-US"/>
          </a:br>
          <a:br>
            <a:rPr lang="en-US"/>
          </a:br>
          <a:r>
            <a:rPr lang="en-US"/>
            <a:t>Plan a better schedule to get work completed by</a:t>
          </a:r>
        </a:p>
      </dgm:t>
    </dgm:pt>
    <dgm:pt modelId="{A0EC3DD5-DD34-419F-BB00-6794E91DAABF}" type="parTrans" cxnId="{A8D512FC-6B39-46D2-A182-7B0550BA72E0}">
      <dgm:prSet/>
      <dgm:spPr/>
      <dgm:t>
        <a:bodyPr/>
        <a:lstStyle/>
        <a:p>
          <a:endParaRPr lang="en-US"/>
        </a:p>
      </dgm:t>
    </dgm:pt>
    <dgm:pt modelId="{826F948B-6A9F-4038-AE43-32825395B588}" type="sibTrans" cxnId="{A8D512FC-6B39-46D2-A182-7B0550BA72E0}">
      <dgm:prSet/>
      <dgm:spPr/>
      <dgm:t>
        <a:bodyPr/>
        <a:lstStyle/>
        <a:p>
          <a:endParaRPr lang="en-US"/>
        </a:p>
      </dgm:t>
    </dgm:pt>
    <dgm:pt modelId="{FA1354F0-51B6-40AA-BEE9-63DC9F61FF28}" type="pres">
      <dgm:prSet presAssocID="{F5B43150-5F51-457D-9D68-0BCB5CC0E22E}" presName="root" presStyleCnt="0">
        <dgm:presLayoutVars>
          <dgm:dir/>
          <dgm:resizeHandles val="exact"/>
        </dgm:presLayoutVars>
      </dgm:prSet>
      <dgm:spPr/>
    </dgm:pt>
    <dgm:pt modelId="{40119C3E-1580-4FBB-B51A-B99C52EA5EDE}" type="pres">
      <dgm:prSet presAssocID="{709C4B33-5BE9-409B-909C-65089F8C83DA}" presName="compNode" presStyleCnt="0"/>
      <dgm:spPr/>
    </dgm:pt>
    <dgm:pt modelId="{460680BC-704E-4B23-A927-DD52D4D922E2}" type="pres">
      <dgm:prSet presAssocID="{709C4B33-5BE9-409B-909C-65089F8C83D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6B5A3E9-7FC7-4B40-9E81-788C91FEA762}" type="pres">
      <dgm:prSet presAssocID="{709C4B33-5BE9-409B-909C-65089F8C83DA}" presName="iconSpace" presStyleCnt="0"/>
      <dgm:spPr/>
    </dgm:pt>
    <dgm:pt modelId="{00E9FC18-E837-48AA-A96E-D5D4612EB022}" type="pres">
      <dgm:prSet presAssocID="{709C4B33-5BE9-409B-909C-65089F8C83DA}" presName="parTx" presStyleLbl="revTx" presStyleIdx="0" presStyleCnt="6">
        <dgm:presLayoutVars>
          <dgm:chMax val="0"/>
          <dgm:chPref val="0"/>
        </dgm:presLayoutVars>
      </dgm:prSet>
      <dgm:spPr/>
    </dgm:pt>
    <dgm:pt modelId="{94EE66AE-94FA-4F42-B77E-18E73A280186}" type="pres">
      <dgm:prSet presAssocID="{709C4B33-5BE9-409B-909C-65089F8C83DA}" presName="txSpace" presStyleCnt="0"/>
      <dgm:spPr/>
    </dgm:pt>
    <dgm:pt modelId="{F15DABDF-D8AC-482D-BDB7-D00F82D136C9}" type="pres">
      <dgm:prSet presAssocID="{709C4B33-5BE9-409B-909C-65089F8C83DA}" presName="desTx" presStyleLbl="revTx" presStyleIdx="1" presStyleCnt="6">
        <dgm:presLayoutVars/>
      </dgm:prSet>
      <dgm:spPr/>
    </dgm:pt>
    <dgm:pt modelId="{168B1EA2-65CF-49DB-A12F-756D38023320}" type="pres">
      <dgm:prSet presAssocID="{6C32EA74-7BCD-48E9-BF6E-43494AD202E6}" presName="sibTrans" presStyleCnt="0"/>
      <dgm:spPr/>
    </dgm:pt>
    <dgm:pt modelId="{82BFD97B-A72C-4929-8E17-9B396DCF8D46}" type="pres">
      <dgm:prSet presAssocID="{AD636E8E-0E8C-4AC1-81F0-BEB21B74EF30}" presName="compNode" presStyleCnt="0"/>
      <dgm:spPr/>
    </dgm:pt>
    <dgm:pt modelId="{CBEDE533-1A68-480A-A1D2-5B27478EC334}" type="pres">
      <dgm:prSet presAssocID="{AD636E8E-0E8C-4AC1-81F0-BEB21B74EF3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6030317D-1ACE-4896-B84C-BC80E3CB52FA}" type="pres">
      <dgm:prSet presAssocID="{AD636E8E-0E8C-4AC1-81F0-BEB21B74EF30}" presName="iconSpace" presStyleCnt="0"/>
      <dgm:spPr/>
    </dgm:pt>
    <dgm:pt modelId="{6137F0A5-6B75-419D-9A9D-9158A575C2EC}" type="pres">
      <dgm:prSet presAssocID="{AD636E8E-0E8C-4AC1-81F0-BEB21B74EF30}" presName="parTx" presStyleLbl="revTx" presStyleIdx="2" presStyleCnt="6">
        <dgm:presLayoutVars>
          <dgm:chMax val="0"/>
          <dgm:chPref val="0"/>
        </dgm:presLayoutVars>
      </dgm:prSet>
      <dgm:spPr/>
    </dgm:pt>
    <dgm:pt modelId="{E3C167C7-4584-4842-BF97-82B2CA22840B}" type="pres">
      <dgm:prSet presAssocID="{AD636E8E-0E8C-4AC1-81F0-BEB21B74EF30}" presName="txSpace" presStyleCnt="0"/>
      <dgm:spPr/>
    </dgm:pt>
    <dgm:pt modelId="{D6FB49C7-85B8-48AF-A759-019369FD81DF}" type="pres">
      <dgm:prSet presAssocID="{AD636E8E-0E8C-4AC1-81F0-BEB21B74EF30}" presName="desTx" presStyleLbl="revTx" presStyleIdx="3" presStyleCnt="6">
        <dgm:presLayoutVars/>
      </dgm:prSet>
      <dgm:spPr/>
    </dgm:pt>
    <dgm:pt modelId="{D4C16D27-561E-43D0-9CDD-502992B690BD}" type="pres">
      <dgm:prSet presAssocID="{58EB1FEC-D682-44CB-9938-3B74A6D94FB0}" presName="sibTrans" presStyleCnt="0"/>
      <dgm:spPr/>
    </dgm:pt>
    <dgm:pt modelId="{2DD4926D-80D9-4872-BC4A-0963C6ACF18A}" type="pres">
      <dgm:prSet presAssocID="{4F9F02FD-951C-4503-A3CE-DFD85C071BB5}" presName="compNode" presStyleCnt="0"/>
      <dgm:spPr/>
    </dgm:pt>
    <dgm:pt modelId="{25AA4F0F-D69B-498D-A796-03F2B507C645}" type="pres">
      <dgm:prSet presAssocID="{4F9F02FD-951C-4503-A3CE-DFD85C071BB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A9F0C343-BFCE-4EA7-A57A-63B20F243C9F}" type="pres">
      <dgm:prSet presAssocID="{4F9F02FD-951C-4503-A3CE-DFD85C071BB5}" presName="iconSpace" presStyleCnt="0"/>
      <dgm:spPr/>
    </dgm:pt>
    <dgm:pt modelId="{4DCEEF58-413E-43DA-B0D5-267B91F11AA1}" type="pres">
      <dgm:prSet presAssocID="{4F9F02FD-951C-4503-A3CE-DFD85C071BB5}" presName="parTx" presStyleLbl="revTx" presStyleIdx="4" presStyleCnt="6">
        <dgm:presLayoutVars>
          <dgm:chMax val="0"/>
          <dgm:chPref val="0"/>
        </dgm:presLayoutVars>
      </dgm:prSet>
      <dgm:spPr/>
    </dgm:pt>
    <dgm:pt modelId="{E4E25EF4-426E-4882-A534-AD0177ED9549}" type="pres">
      <dgm:prSet presAssocID="{4F9F02FD-951C-4503-A3CE-DFD85C071BB5}" presName="txSpace" presStyleCnt="0"/>
      <dgm:spPr/>
    </dgm:pt>
    <dgm:pt modelId="{60F589CF-A286-4D19-9A3D-E942BDB2383D}" type="pres">
      <dgm:prSet presAssocID="{4F9F02FD-951C-4503-A3CE-DFD85C071BB5}" presName="desTx" presStyleLbl="revTx" presStyleIdx="5" presStyleCnt="6">
        <dgm:presLayoutVars/>
      </dgm:prSet>
      <dgm:spPr/>
    </dgm:pt>
  </dgm:ptLst>
  <dgm:cxnLst>
    <dgm:cxn modelId="{C9113102-803C-4446-9969-E267B5D327CA}" srcId="{F5B43150-5F51-457D-9D68-0BCB5CC0E22E}" destId="{709C4B33-5BE9-409B-909C-65089F8C83DA}" srcOrd="0" destOrd="0" parTransId="{1D8DB53A-DE9A-47AD-B004-0D1D265E37A6}" sibTransId="{6C32EA74-7BCD-48E9-BF6E-43494AD202E6}"/>
    <dgm:cxn modelId="{D2DF6D06-637F-4085-AF69-AB556F49BBB4}" srcId="{AD636E8E-0E8C-4AC1-81F0-BEB21B74EF30}" destId="{C7F865D6-BF64-46B2-9AC4-2ABE8F435631}" srcOrd="0" destOrd="0" parTransId="{C13019BA-B9BC-4C8B-AF81-0834AAC4AAA6}" sibTransId="{EC395C81-2811-4030-82F6-1968EFDE0380}"/>
    <dgm:cxn modelId="{DEDEB606-269F-4B7C-874E-050209B6C5CB}" type="presOf" srcId="{23328F9E-2F47-4FDF-98E1-295171498790}" destId="{F15DABDF-D8AC-482D-BDB7-D00F82D136C9}" srcOrd="0" destOrd="0" presId="urn:microsoft.com/office/officeart/2018/5/layout/CenteredIconLabelDescriptionList"/>
    <dgm:cxn modelId="{2D864218-B600-4547-9447-A53CE582D677}" type="presOf" srcId="{D85F6EC7-77F4-4AF9-86B5-5E10578A80FF}" destId="{D6FB49C7-85B8-48AF-A759-019369FD81DF}" srcOrd="0" destOrd="1" presId="urn:microsoft.com/office/officeart/2018/5/layout/CenteredIconLabelDescriptionList"/>
    <dgm:cxn modelId="{34A6EA19-FB18-4A77-810A-868B564D6EBD}" srcId="{AD636E8E-0E8C-4AC1-81F0-BEB21B74EF30}" destId="{D85F6EC7-77F4-4AF9-86B5-5E10578A80FF}" srcOrd="1" destOrd="0" parTransId="{05CFB86D-BEAC-45BB-9792-546A3146646C}" sibTransId="{87BD01B8-53E7-418C-A7B3-26ED2E543084}"/>
    <dgm:cxn modelId="{AEB01537-A2CA-44D5-838D-C27011192535}" type="presOf" srcId="{4F9F02FD-951C-4503-A3CE-DFD85C071BB5}" destId="{4DCEEF58-413E-43DA-B0D5-267B91F11AA1}" srcOrd="0" destOrd="0" presId="urn:microsoft.com/office/officeart/2018/5/layout/CenteredIconLabelDescriptionList"/>
    <dgm:cxn modelId="{8BA88447-DDEF-4756-AF6B-FE3CE20BCD35}" srcId="{709C4B33-5BE9-409B-909C-65089F8C83DA}" destId="{23328F9E-2F47-4FDF-98E1-295171498790}" srcOrd="0" destOrd="0" parTransId="{5E7C72AC-3CD0-441D-A7E9-538C94D67603}" sibTransId="{2A2E4019-0B1F-4502-BC1E-9DBF0674089E}"/>
    <dgm:cxn modelId="{DE49914D-0193-43E6-BAE5-8F72F59CB0C4}" srcId="{AD636E8E-0E8C-4AC1-81F0-BEB21B74EF30}" destId="{E4A215D8-9D09-4950-9340-88D56C199611}" srcOrd="2" destOrd="0" parTransId="{C96B5B32-C9E2-4EDC-8B94-27F15B202C2A}" sibTransId="{C5D63F60-9E2A-46AF-BDCB-03BA6FAF833F}"/>
    <dgm:cxn modelId="{04673552-B0A0-4CE9-B761-2BAEC06FF11A}" type="presOf" srcId="{709C4B33-5BE9-409B-909C-65089F8C83DA}" destId="{00E9FC18-E837-48AA-A96E-D5D4612EB022}" srcOrd="0" destOrd="0" presId="urn:microsoft.com/office/officeart/2018/5/layout/CenteredIconLabelDescriptionList"/>
    <dgm:cxn modelId="{BAF64E54-5E61-4632-9F05-631EB702122E}" type="presOf" srcId="{C7F865D6-BF64-46B2-9AC4-2ABE8F435631}" destId="{D6FB49C7-85B8-48AF-A759-019369FD81DF}" srcOrd="0" destOrd="0" presId="urn:microsoft.com/office/officeart/2018/5/layout/CenteredIconLabelDescriptionList"/>
    <dgm:cxn modelId="{54B70362-4EC5-4FAB-A5B0-63772509D1D6}" type="presOf" srcId="{54EBA5B5-33F2-4E27-9F8C-22AB466F116C}" destId="{F15DABDF-D8AC-482D-BDB7-D00F82D136C9}" srcOrd="0" destOrd="2" presId="urn:microsoft.com/office/officeart/2018/5/layout/CenteredIconLabelDescriptionList"/>
    <dgm:cxn modelId="{F4F9D367-4695-47B5-9B37-03931CC25BD5}" type="presOf" srcId="{E4A215D8-9D09-4950-9340-88D56C199611}" destId="{D6FB49C7-85B8-48AF-A759-019369FD81DF}" srcOrd="0" destOrd="2" presId="urn:microsoft.com/office/officeart/2018/5/layout/CenteredIconLabelDescriptionList"/>
    <dgm:cxn modelId="{23D05681-7923-44F1-89CE-7373C1E19D1C}" type="presOf" srcId="{F5B43150-5F51-457D-9D68-0BCB5CC0E22E}" destId="{FA1354F0-51B6-40AA-BEE9-63DC9F61FF28}" srcOrd="0" destOrd="0" presId="urn:microsoft.com/office/officeart/2018/5/layout/CenteredIconLabelDescriptionList"/>
    <dgm:cxn modelId="{C68177AC-F2FF-48D4-A6BB-852F65007904}" type="presOf" srcId="{AD636E8E-0E8C-4AC1-81F0-BEB21B74EF30}" destId="{6137F0A5-6B75-419D-9A9D-9158A575C2EC}" srcOrd="0" destOrd="0" presId="urn:microsoft.com/office/officeart/2018/5/layout/CenteredIconLabelDescriptionList"/>
    <dgm:cxn modelId="{D6513FBA-C6C9-4A49-94AD-1228A44798D2}" srcId="{709C4B33-5BE9-409B-909C-65089F8C83DA}" destId="{A91E60C5-5C27-411A-89E8-41285BE1EDD0}" srcOrd="1" destOrd="0" parTransId="{1D4A24D9-261E-44B5-A4D8-D13900067558}" sibTransId="{FC52C699-A59D-4255-9C9C-8241452B5BCD}"/>
    <dgm:cxn modelId="{968A8AC0-3E37-4FFA-94A4-505B578F32C7}" srcId="{F5B43150-5F51-457D-9D68-0BCB5CC0E22E}" destId="{AD636E8E-0E8C-4AC1-81F0-BEB21B74EF30}" srcOrd="1" destOrd="0" parTransId="{9307F449-232F-4AB9-B70F-7D61D357C2BE}" sibTransId="{58EB1FEC-D682-44CB-9938-3B74A6D94FB0}"/>
    <dgm:cxn modelId="{ADFB45CA-C56A-4ED0-AD2D-E7E2B175BC31}" srcId="{709C4B33-5BE9-409B-909C-65089F8C83DA}" destId="{54EBA5B5-33F2-4E27-9F8C-22AB466F116C}" srcOrd="2" destOrd="0" parTransId="{A44D6CF7-0AB6-492F-91F2-23B1CC42E036}" sibTransId="{0E01CEE0-0616-454E-A7C9-343B8631B860}"/>
    <dgm:cxn modelId="{2477ABE1-3775-445B-8C4D-C2B36A10B64D}" srcId="{F5B43150-5F51-457D-9D68-0BCB5CC0E22E}" destId="{4F9F02FD-951C-4503-A3CE-DFD85C071BB5}" srcOrd="2" destOrd="0" parTransId="{EB048F62-AAB7-424E-AF66-48A48272283C}" sibTransId="{073442EE-D28F-4367-8EB4-85D69E8BC565}"/>
    <dgm:cxn modelId="{4D6B3EF0-9BC5-4ED6-84F8-34F1B4C54AD7}" type="presOf" srcId="{A91E60C5-5C27-411A-89E8-41285BE1EDD0}" destId="{F15DABDF-D8AC-482D-BDB7-D00F82D136C9}" srcOrd="0" destOrd="1" presId="urn:microsoft.com/office/officeart/2018/5/layout/CenteredIconLabelDescriptionList"/>
    <dgm:cxn modelId="{66CF8FF4-D003-4097-ABFB-39F820FA9DCA}" type="presOf" srcId="{99C4C5F9-A853-47FB-BE5C-F52740CCD384}" destId="{60F589CF-A286-4D19-9A3D-E942BDB2383D}" srcOrd="0" destOrd="0" presId="urn:microsoft.com/office/officeart/2018/5/layout/CenteredIconLabelDescriptionList"/>
    <dgm:cxn modelId="{A8D512FC-6B39-46D2-A182-7B0550BA72E0}" srcId="{4F9F02FD-951C-4503-A3CE-DFD85C071BB5}" destId="{99C4C5F9-A853-47FB-BE5C-F52740CCD384}" srcOrd="0" destOrd="0" parTransId="{A0EC3DD5-DD34-419F-BB00-6794E91DAABF}" sibTransId="{826F948B-6A9F-4038-AE43-32825395B588}"/>
    <dgm:cxn modelId="{2499C1BE-29E8-4519-875E-CC5EA519DC39}" type="presParOf" srcId="{FA1354F0-51B6-40AA-BEE9-63DC9F61FF28}" destId="{40119C3E-1580-4FBB-B51A-B99C52EA5EDE}" srcOrd="0" destOrd="0" presId="urn:microsoft.com/office/officeart/2018/5/layout/CenteredIconLabelDescriptionList"/>
    <dgm:cxn modelId="{A705D91B-1DE1-46CF-92E1-D8194F17D572}" type="presParOf" srcId="{40119C3E-1580-4FBB-B51A-B99C52EA5EDE}" destId="{460680BC-704E-4B23-A927-DD52D4D922E2}" srcOrd="0" destOrd="0" presId="urn:microsoft.com/office/officeart/2018/5/layout/CenteredIconLabelDescriptionList"/>
    <dgm:cxn modelId="{4672C012-82D5-41BB-A629-452770F9C642}" type="presParOf" srcId="{40119C3E-1580-4FBB-B51A-B99C52EA5EDE}" destId="{36B5A3E9-7FC7-4B40-9E81-788C91FEA762}" srcOrd="1" destOrd="0" presId="urn:microsoft.com/office/officeart/2018/5/layout/CenteredIconLabelDescriptionList"/>
    <dgm:cxn modelId="{8094CA7B-4853-4179-AA69-B782C771D583}" type="presParOf" srcId="{40119C3E-1580-4FBB-B51A-B99C52EA5EDE}" destId="{00E9FC18-E837-48AA-A96E-D5D4612EB022}" srcOrd="2" destOrd="0" presId="urn:microsoft.com/office/officeart/2018/5/layout/CenteredIconLabelDescriptionList"/>
    <dgm:cxn modelId="{99C275CF-AC19-4758-9FA6-CC5E32E785F5}" type="presParOf" srcId="{40119C3E-1580-4FBB-B51A-B99C52EA5EDE}" destId="{94EE66AE-94FA-4F42-B77E-18E73A280186}" srcOrd="3" destOrd="0" presId="urn:microsoft.com/office/officeart/2018/5/layout/CenteredIconLabelDescriptionList"/>
    <dgm:cxn modelId="{11581B98-2CFF-4EE6-9B84-54EBFF6D02E8}" type="presParOf" srcId="{40119C3E-1580-4FBB-B51A-B99C52EA5EDE}" destId="{F15DABDF-D8AC-482D-BDB7-D00F82D136C9}" srcOrd="4" destOrd="0" presId="urn:microsoft.com/office/officeart/2018/5/layout/CenteredIconLabelDescriptionList"/>
    <dgm:cxn modelId="{0CA82782-EEF3-4D64-93B7-4752281CAEE8}" type="presParOf" srcId="{FA1354F0-51B6-40AA-BEE9-63DC9F61FF28}" destId="{168B1EA2-65CF-49DB-A12F-756D38023320}" srcOrd="1" destOrd="0" presId="urn:microsoft.com/office/officeart/2018/5/layout/CenteredIconLabelDescriptionList"/>
    <dgm:cxn modelId="{D846CD64-0A1F-4D95-99A1-7E43D44D69FE}" type="presParOf" srcId="{FA1354F0-51B6-40AA-BEE9-63DC9F61FF28}" destId="{82BFD97B-A72C-4929-8E17-9B396DCF8D46}" srcOrd="2" destOrd="0" presId="urn:microsoft.com/office/officeart/2018/5/layout/CenteredIconLabelDescriptionList"/>
    <dgm:cxn modelId="{BFC04FA7-9914-4C13-AE1A-AA10763E5827}" type="presParOf" srcId="{82BFD97B-A72C-4929-8E17-9B396DCF8D46}" destId="{CBEDE533-1A68-480A-A1D2-5B27478EC334}" srcOrd="0" destOrd="0" presId="urn:microsoft.com/office/officeart/2018/5/layout/CenteredIconLabelDescriptionList"/>
    <dgm:cxn modelId="{1EA05410-271D-477A-B1D9-CFDDBF96A367}" type="presParOf" srcId="{82BFD97B-A72C-4929-8E17-9B396DCF8D46}" destId="{6030317D-1ACE-4896-B84C-BC80E3CB52FA}" srcOrd="1" destOrd="0" presId="urn:microsoft.com/office/officeart/2018/5/layout/CenteredIconLabelDescriptionList"/>
    <dgm:cxn modelId="{6E4B8FEA-F49B-48B5-AF07-2451FDA74028}" type="presParOf" srcId="{82BFD97B-A72C-4929-8E17-9B396DCF8D46}" destId="{6137F0A5-6B75-419D-9A9D-9158A575C2EC}" srcOrd="2" destOrd="0" presId="urn:microsoft.com/office/officeart/2018/5/layout/CenteredIconLabelDescriptionList"/>
    <dgm:cxn modelId="{DCD06A1C-6BC4-4502-9B26-A741293B5434}" type="presParOf" srcId="{82BFD97B-A72C-4929-8E17-9B396DCF8D46}" destId="{E3C167C7-4584-4842-BF97-82B2CA22840B}" srcOrd="3" destOrd="0" presId="urn:microsoft.com/office/officeart/2018/5/layout/CenteredIconLabelDescriptionList"/>
    <dgm:cxn modelId="{012283DC-95B4-4F8D-81ED-A45FA704F377}" type="presParOf" srcId="{82BFD97B-A72C-4929-8E17-9B396DCF8D46}" destId="{D6FB49C7-85B8-48AF-A759-019369FD81DF}" srcOrd="4" destOrd="0" presId="urn:microsoft.com/office/officeart/2018/5/layout/CenteredIconLabelDescriptionList"/>
    <dgm:cxn modelId="{1EF90675-665D-43C4-900A-F88AC6B987EE}" type="presParOf" srcId="{FA1354F0-51B6-40AA-BEE9-63DC9F61FF28}" destId="{D4C16D27-561E-43D0-9CDD-502992B690BD}" srcOrd="3" destOrd="0" presId="urn:microsoft.com/office/officeart/2018/5/layout/CenteredIconLabelDescriptionList"/>
    <dgm:cxn modelId="{BF71FAD2-5216-446F-8289-3EC84172E2F8}" type="presParOf" srcId="{FA1354F0-51B6-40AA-BEE9-63DC9F61FF28}" destId="{2DD4926D-80D9-4872-BC4A-0963C6ACF18A}" srcOrd="4" destOrd="0" presId="urn:microsoft.com/office/officeart/2018/5/layout/CenteredIconLabelDescriptionList"/>
    <dgm:cxn modelId="{4E292C64-77E4-4BF0-8A33-B7F1642E79ED}" type="presParOf" srcId="{2DD4926D-80D9-4872-BC4A-0963C6ACF18A}" destId="{25AA4F0F-D69B-498D-A796-03F2B507C645}" srcOrd="0" destOrd="0" presId="urn:microsoft.com/office/officeart/2018/5/layout/CenteredIconLabelDescriptionList"/>
    <dgm:cxn modelId="{C0863D78-CA5A-44F3-9F07-9E0AF755E471}" type="presParOf" srcId="{2DD4926D-80D9-4872-BC4A-0963C6ACF18A}" destId="{A9F0C343-BFCE-4EA7-A57A-63B20F243C9F}" srcOrd="1" destOrd="0" presId="urn:microsoft.com/office/officeart/2018/5/layout/CenteredIconLabelDescriptionList"/>
    <dgm:cxn modelId="{892E50FF-D9A0-4CA7-BDB4-5D113BA3EAFD}" type="presParOf" srcId="{2DD4926D-80D9-4872-BC4A-0963C6ACF18A}" destId="{4DCEEF58-413E-43DA-B0D5-267B91F11AA1}" srcOrd="2" destOrd="0" presId="urn:microsoft.com/office/officeart/2018/5/layout/CenteredIconLabelDescriptionList"/>
    <dgm:cxn modelId="{9CA61883-BC0A-4843-A582-701F3A70691D}" type="presParOf" srcId="{2DD4926D-80D9-4872-BC4A-0963C6ACF18A}" destId="{E4E25EF4-426E-4882-A534-AD0177ED9549}" srcOrd="3" destOrd="0" presId="urn:microsoft.com/office/officeart/2018/5/layout/CenteredIconLabelDescriptionList"/>
    <dgm:cxn modelId="{C5A346CA-8572-4921-9362-AD717E029548}" type="presParOf" srcId="{2DD4926D-80D9-4872-BC4A-0963C6ACF18A}" destId="{60F589CF-A286-4D19-9A3D-E942BDB2383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469E02-1592-D14B-8998-28F27176E5CF}">
      <dsp:nvSpPr>
        <dsp:cNvPr id="0" name=""/>
        <dsp:cNvSpPr/>
      </dsp:nvSpPr>
      <dsp:spPr>
        <a:xfrm>
          <a:off x="0" y="366353"/>
          <a:ext cx="6900512" cy="15214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437388" rIns="535556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Non-systematic Operations of ASC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Hard to track sessions, attendance, and tutor information</a:t>
          </a:r>
        </a:p>
      </dsp:txBody>
      <dsp:txXfrm>
        <a:off x="0" y="366353"/>
        <a:ext cx="6900512" cy="1521449"/>
      </dsp:txXfrm>
    </dsp:sp>
    <dsp:sp modelId="{4900B885-CBCF-2D4C-BC5D-E9F781AE322E}">
      <dsp:nvSpPr>
        <dsp:cNvPr id="0" name=""/>
        <dsp:cNvSpPr/>
      </dsp:nvSpPr>
      <dsp:spPr>
        <a:xfrm>
          <a:off x="345025" y="56393"/>
          <a:ext cx="4830358" cy="6199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What is the problem </a:t>
          </a:r>
        </a:p>
      </dsp:txBody>
      <dsp:txXfrm>
        <a:off x="375287" y="86655"/>
        <a:ext cx="4769834" cy="559396"/>
      </dsp:txXfrm>
    </dsp:sp>
    <dsp:sp modelId="{369631B5-FD19-F647-B80A-FAC526D35F0F}">
      <dsp:nvSpPr>
        <dsp:cNvPr id="0" name=""/>
        <dsp:cNvSpPr/>
      </dsp:nvSpPr>
      <dsp:spPr>
        <a:xfrm>
          <a:off x="0" y="2311163"/>
          <a:ext cx="6900512" cy="15214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437388" rIns="535556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Accurate data improves scheduling and coordination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Supports efficient tutoring operations</a:t>
          </a:r>
        </a:p>
      </dsp:txBody>
      <dsp:txXfrm>
        <a:off x="0" y="2311163"/>
        <a:ext cx="6900512" cy="1521449"/>
      </dsp:txXfrm>
    </dsp:sp>
    <dsp:sp modelId="{D1A2D1B9-F8B1-C941-AE60-27A36A029F53}">
      <dsp:nvSpPr>
        <dsp:cNvPr id="0" name=""/>
        <dsp:cNvSpPr/>
      </dsp:nvSpPr>
      <dsp:spPr>
        <a:xfrm>
          <a:off x="345025" y="2001203"/>
          <a:ext cx="4830358" cy="619920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Why is it important to support?</a:t>
          </a:r>
        </a:p>
      </dsp:txBody>
      <dsp:txXfrm>
        <a:off x="375287" y="2031465"/>
        <a:ext cx="4769834" cy="559396"/>
      </dsp:txXfrm>
    </dsp:sp>
    <dsp:sp modelId="{F89E9530-A5E9-FE41-8886-8CA35B8BF289}">
      <dsp:nvSpPr>
        <dsp:cNvPr id="0" name=""/>
        <dsp:cNvSpPr/>
      </dsp:nvSpPr>
      <dsp:spPr>
        <a:xfrm>
          <a:off x="0" y="4255973"/>
          <a:ext cx="6900512" cy="122377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437388" rIns="535556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Organizes people, sessions, subjects, and languages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Improves accuracy, consistency, and scalability</a:t>
          </a:r>
        </a:p>
      </dsp:txBody>
      <dsp:txXfrm>
        <a:off x="0" y="4255973"/>
        <a:ext cx="6900512" cy="1223774"/>
      </dsp:txXfrm>
    </dsp:sp>
    <dsp:sp modelId="{75C2DD86-0F59-C24B-A3BF-0FF39B8D730E}">
      <dsp:nvSpPr>
        <dsp:cNvPr id="0" name=""/>
        <dsp:cNvSpPr/>
      </dsp:nvSpPr>
      <dsp:spPr>
        <a:xfrm>
          <a:off x="345025" y="3946013"/>
          <a:ext cx="4830358" cy="61992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What your solution will help?</a:t>
          </a:r>
        </a:p>
      </dsp:txBody>
      <dsp:txXfrm>
        <a:off x="375287" y="3976275"/>
        <a:ext cx="4769834" cy="5593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42868C-F776-498D-92D1-3C68F8F9B56E}">
      <dsp:nvSpPr>
        <dsp:cNvPr id="0" name=""/>
        <dsp:cNvSpPr/>
      </dsp:nvSpPr>
      <dsp:spPr>
        <a:xfrm>
          <a:off x="8930" y="168756"/>
          <a:ext cx="3534264" cy="1060279"/>
        </a:xfrm>
        <a:prstGeom prst="chevron">
          <a:avLst>
            <a:gd name="adj" fmla="val 3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0915" tIns="130915" rIns="130915" bIns="130915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Mangers</a:t>
          </a:r>
        </a:p>
      </dsp:txBody>
      <dsp:txXfrm>
        <a:off x="327014" y="168756"/>
        <a:ext cx="2898096" cy="1060279"/>
      </dsp:txXfrm>
    </dsp:sp>
    <dsp:sp modelId="{8BF62EAF-3AC9-446F-91F8-9B398C597076}">
      <dsp:nvSpPr>
        <dsp:cNvPr id="0" name=""/>
        <dsp:cNvSpPr/>
      </dsp:nvSpPr>
      <dsp:spPr>
        <a:xfrm>
          <a:off x="8930" y="1229035"/>
          <a:ext cx="3216180" cy="295354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150" tIns="254150" rIns="254150" bIns="508299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Manage tutor records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Adjusting subjects/offerings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Review session schedules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view student attendance</a:t>
          </a:r>
        </a:p>
      </dsp:txBody>
      <dsp:txXfrm>
        <a:off x="8930" y="1229035"/>
        <a:ext cx="3216180" cy="2953545"/>
      </dsp:txXfrm>
    </dsp:sp>
    <dsp:sp modelId="{B5960A03-3F2C-4CE6-86B1-D1D9F8ADE997}">
      <dsp:nvSpPr>
        <dsp:cNvPr id="0" name=""/>
        <dsp:cNvSpPr/>
      </dsp:nvSpPr>
      <dsp:spPr>
        <a:xfrm>
          <a:off x="3490667" y="168756"/>
          <a:ext cx="3534264" cy="1060279"/>
        </a:xfrm>
        <a:prstGeom prst="chevron">
          <a:avLst>
            <a:gd name="adj" fmla="val 30000"/>
          </a:avLst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0915" tIns="130915" rIns="130915" bIns="130915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Students</a:t>
          </a:r>
        </a:p>
      </dsp:txBody>
      <dsp:txXfrm>
        <a:off x="3808751" y="168756"/>
        <a:ext cx="2898096" cy="1060279"/>
      </dsp:txXfrm>
    </dsp:sp>
    <dsp:sp modelId="{C9314DD5-991D-45D9-96DF-FFBFD1C0AFCD}">
      <dsp:nvSpPr>
        <dsp:cNvPr id="0" name=""/>
        <dsp:cNvSpPr/>
      </dsp:nvSpPr>
      <dsp:spPr>
        <a:xfrm>
          <a:off x="3490667" y="1229035"/>
          <a:ext cx="3216180" cy="2953545"/>
        </a:xfrm>
        <a:prstGeom prst="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150" tIns="254150" rIns="254150" bIns="508299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Register for sessions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View availability, subjects, &amp; tutors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Set preferred language</a:t>
          </a:r>
        </a:p>
      </dsp:txBody>
      <dsp:txXfrm>
        <a:off x="3490667" y="1229035"/>
        <a:ext cx="3216180" cy="2953545"/>
      </dsp:txXfrm>
    </dsp:sp>
    <dsp:sp modelId="{CCF5C813-A45A-4532-9D02-1C436873FF48}">
      <dsp:nvSpPr>
        <dsp:cNvPr id="0" name=""/>
        <dsp:cNvSpPr/>
      </dsp:nvSpPr>
      <dsp:spPr>
        <a:xfrm>
          <a:off x="6972405" y="168756"/>
          <a:ext cx="3534264" cy="1060279"/>
        </a:xfrm>
        <a:prstGeom prst="chevron">
          <a:avLst>
            <a:gd name="adj" fmla="val 3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0915" tIns="130915" rIns="130915" bIns="130915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Tutors</a:t>
          </a:r>
        </a:p>
      </dsp:txBody>
      <dsp:txXfrm>
        <a:off x="7290489" y="168756"/>
        <a:ext cx="2898096" cy="1060279"/>
      </dsp:txXfrm>
    </dsp:sp>
    <dsp:sp modelId="{52F859DE-B039-4B3A-802B-4F50F0DF2494}">
      <dsp:nvSpPr>
        <dsp:cNvPr id="0" name=""/>
        <dsp:cNvSpPr/>
      </dsp:nvSpPr>
      <dsp:spPr>
        <a:xfrm>
          <a:off x="6972405" y="1229035"/>
          <a:ext cx="3216180" cy="2953545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150" tIns="254150" rIns="254150" bIns="508299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2000" kern="1200"/>
          </a:br>
          <a:r>
            <a:rPr lang="en-US" sz="2000" kern="1200"/>
            <a:t>Specify subjects they teach and languages they speak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View assigned sessions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Record student attendance</a:t>
          </a:r>
        </a:p>
      </dsp:txBody>
      <dsp:txXfrm>
        <a:off x="6972405" y="1229035"/>
        <a:ext cx="3216180" cy="29535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C42702-BF79-422C-819D-4805616BDD0E}">
      <dsp:nvSpPr>
        <dsp:cNvPr id="0" name=""/>
        <dsp:cNvSpPr/>
      </dsp:nvSpPr>
      <dsp:spPr>
        <a:xfrm>
          <a:off x="0" y="63435"/>
          <a:ext cx="5742470" cy="716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Test Case 1: A manager or student wants to see  all tutors who can teach in Spanish</a:t>
          </a:r>
        </a:p>
      </dsp:txBody>
      <dsp:txXfrm>
        <a:off x="34954" y="98389"/>
        <a:ext cx="5672562" cy="646132"/>
      </dsp:txXfrm>
    </dsp:sp>
    <dsp:sp modelId="{4E19AE63-ED69-4DEE-AC57-18FA1BA2A999}">
      <dsp:nvSpPr>
        <dsp:cNvPr id="0" name=""/>
        <dsp:cNvSpPr/>
      </dsp:nvSpPr>
      <dsp:spPr>
        <a:xfrm>
          <a:off x="0" y="831315"/>
          <a:ext cx="5742470" cy="716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Code:</a:t>
          </a:r>
        </a:p>
      </dsp:txBody>
      <dsp:txXfrm>
        <a:off x="34954" y="866269"/>
        <a:ext cx="5672562" cy="646132"/>
      </dsp:txXfrm>
    </dsp:sp>
    <dsp:sp modelId="{A0D02CF0-D91D-40EB-BA92-8BB3701A6DC4}">
      <dsp:nvSpPr>
        <dsp:cNvPr id="0" name=""/>
        <dsp:cNvSpPr/>
      </dsp:nvSpPr>
      <dsp:spPr>
        <a:xfrm>
          <a:off x="0" y="1547355"/>
          <a:ext cx="5742470" cy="2161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323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Select p.FirstName, p.LastName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From Tutor as 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Join Fluency as f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on t.SystemID = f.SystemID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Join AvailableLanguage as l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on f.languageID = l.languageID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Join person as p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on t.systemID = p.systemID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Where l.language = 'Spanish';</a:t>
          </a:r>
        </a:p>
      </dsp:txBody>
      <dsp:txXfrm>
        <a:off x="0" y="1547355"/>
        <a:ext cx="5742470" cy="21610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38994B-6D67-4A3F-96BD-8B9E8AD2AF25}">
      <dsp:nvSpPr>
        <dsp:cNvPr id="0" name=""/>
        <dsp:cNvSpPr/>
      </dsp:nvSpPr>
      <dsp:spPr>
        <a:xfrm>
          <a:off x="0" y="363175"/>
          <a:ext cx="5625956" cy="716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Test Case 2: A manger or tutor wants to check how many students are registered to attend a certain session</a:t>
          </a:r>
        </a:p>
      </dsp:txBody>
      <dsp:txXfrm>
        <a:off x="34954" y="398129"/>
        <a:ext cx="5556048" cy="646132"/>
      </dsp:txXfrm>
    </dsp:sp>
    <dsp:sp modelId="{7EF157FC-38C3-40A4-82C8-CDF1A89F1246}">
      <dsp:nvSpPr>
        <dsp:cNvPr id="0" name=""/>
        <dsp:cNvSpPr/>
      </dsp:nvSpPr>
      <dsp:spPr>
        <a:xfrm>
          <a:off x="0" y="1131056"/>
          <a:ext cx="5625956" cy="716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Code:</a:t>
          </a:r>
        </a:p>
      </dsp:txBody>
      <dsp:txXfrm>
        <a:off x="34954" y="1166010"/>
        <a:ext cx="5556048" cy="646132"/>
      </dsp:txXfrm>
    </dsp:sp>
    <dsp:sp modelId="{9F61657F-73A9-4A42-BFFA-D83D8AC82E8E}">
      <dsp:nvSpPr>
        <dsp:cNvPr id="0" name=""/>
        <dsp:cNvSpPr/>
      </dsp:nvSpPr>
      <dsp:spPr>
        <a:xfrm>
          <a:off x="0" y="1847096"/>
          <a:ext cx="5625956" cy="1229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624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Select p.FirstName, p.LastName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From Attend as a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Join Person as p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on a.SystemID = p.SystemID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Where a.SessionID = 1;</a:t>
          </a:r>
        </a:p>
      </dsp:txBody>
      <dsp:txXfrm>
        <a:off x="0" y="1847096"/>
        <a:ext cx="5625956" cy="12295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E18919-B881-4A20-BDF9-B920A3F23F0E}">
      <dsp:nvSpPr>
        <dsp:cNvPr id="0" name=""/>
        <dsp:cNvSpPr/>
      </dsp:nvSpPr>
      <dsp:spPr>
        <a:xfrm>
          <a:off x="0" y="2558"/>
          <a:ext cx="10927829" cy="11964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65DBBD-68CD-4EDC-B49E-873CCEFA9602}">
      <dsp:nvSpPr>
        <dsp:cNvPr id="0" name=""/>
        <dsp:cNvSpPr/>
      </dsp:nvSpPr>
      <dsp:spPr>
        <a:xfrm>
          <a:off x="361935" y="271767"/>
          <a:ext cx="658065" cy="65806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DF8104-1CA4-4290-9563-D5FAC1D3C7FC}">
      <dsp:nvSpPr>
        <dsp:cNvPr id="0" name=""/>
        <dsp:cNvSpPr/>
      </dsp:nvSpPr>
      <dsp:spPr>
        <a:xfrm>
          <a:off x="1381936" y="2558"/>
          <a:ext cx="4917523" cy="1196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628" tIns="126628" rIns="126628" bIns="12662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Automatic session reminders for tutors and students</a:t>
          </a:r>
        </a:p>
      </dsp:txBody>
      <dsp:txXfrm>
        <a:off x="1381936" y="2558"/>
        <a:ext cx="4917523" cy="1196482"/>
      </dsp:txXfrm>
    </dsp:sp>
    <dsp:sp modelId="{4DF12605-671F-4379-8018-8E5F821070F5}">
      <dsp:nvSpPr>
        <dsp:cNvPr id="0" name=""/>
        <dsp:cNvSpPr/>
      </dsp:nvSpPr>
      <dsp:spPr>
        <a:xfrm>
          <a:off x="6299460" y="2558"/>
          <a:ext cx="4627018" cy="1196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628" tIns="126628" rIns="126628" bIns="12662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Reduces missed sessions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Helps both parties stay organized and on time</a:t>
          </a:r>
        </a:p>
      </dsp:txBody>
      <dsp:txXfrm>
        <a:off x="6299460" y="2558"/>
        <a:ext cx="4627018" cy="1196482"/>
      </dsp:txXfrm>
    </dsp:sp>
    <dsp:sp modelId="{055FB3C5-C098-4E02-BF9D-815C7EC210A3}">
      <dsp:nvSpPr>
        <dsp:cNvPr id="0" name=""/>
        <dsp:cNvSpPr/>
      </dsp:nvSpPr>
      <dsp:spPr>
        <a:xfrm>
          <a:off x="0" y="1498161"/>
          <a:ext cx="10927829" cy="11964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62512A-0998-4F14-9648-B3ED13D5887A}">
      <dsp:nvSpPr>
        <dsp:cNvPr id="0" name=""/>
        <dsp:cNvSpPr/>
      </dsp:nvSpPr>
      <dsp:spPr>
        <a:xfrm>
          <a:off x="361935" y="1767369"/>
          <a:ext cx="658065" cy="65806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D7ED60-7C28-4964-93F3-AE81904DF325}">
      <dsp:nvSpPr>
        <dsp:cNvPr id="0" name=""/>
        <dsp:cNvSpPr/>
      </dsp:nvSpPr>
      <dsp:spPr>
        <a:xfrm>
          <a:off x="1381936" y="1498161"/>
          <a:ext cx="4917523" cy="1196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628" tIns="126628" rIns="126628" bIns="12662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Full Scheduling System</a:t>
          </a:r>
        </a:p>
      </dsp:txBody>
      <dsp:txXfrm>
        <a:off x="1381936" y="1498161"/>
        <a:ext cx="4917523" cy="1196482"/>
      </dsp:txXfrm>
    </dsp:sp>
    <dsp:sp modelId="{4D950DC1-2441-4AE1-82AC-C9139B93B525}">
      <dsp:nvSpPr>
        <dsp:cNvPr id="0" name=""/>
        <dsp:cNvSpPr/>
      </dsp:nvSpPr>
      <dsp:spPr>
        <a:xfrm>
          <a:off x="6299460" y="1498161"/>
          <a:ext cx="4627018" cy="1196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628" tIns="126628" rIns="126628" bIns="12662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Detects scheduling conflicts and prevents collusion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Ensures every student has a subject specific tutor 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Improves overall session coverage and efficiency</a:t>
          </a:r>
        </a:p>
      </dsp:txBody>
      <dsp:txXfrm>
        <a:off x="6299460" y="1498161"/>
        <a:ext cx="4627018" cy="1196482"/>
      </dsp:txXfrm>
    </dsp:sp>
    <dsp:sp modelId="{21C0C2F3-BE44-46E0-9AF8-6E80639A0D7D}">
      <dsp:nvSpPr>
        <dsp:cNvPr id="0" name=""/>
        <dsp:cNvSpPr/>
      </dsp:nvSpPr>
      <dsp:spPr>
        <a:xfrm>
          <a:off x="0" y="2993764"/>
          <a:ext cx="10927829" cy="11964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C05DBF-8F4D-4A9A-A695-38C3A5B1FFD5}">
      <dsp:nvSpPr>
        <dsp:cNvPr id="0" name=""/>
        <dsp:cNvSpPr/>
      </dsp:nvSpPr>
      <dsp:spPr>
        <a:xfrm>
          <a:off x="361935" y="3262972"/>
          <a:ext cx="658065" cy="65806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D0C8A0-A9BD-486F-8C4D-E382E7B97F2D}">
      <dsp:nvSpPr>
        <dsp:cNvPr id="0" name=""/>
        <dsp:cNvSpPr/>
      </dsp:nvSpPr>
      <dsp:spPr>
        <a:xfrm>
          <a:off x="1381936" y="2993764"/>
          <a:ext cx="4917523" cy="1196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628" tIns="126628" rIns="126628" bIns="12662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Topic-level session details</a:t>
          </a:r>
        </a:p>
      </dsp:txBody>
      <dsp:txXfrm>
        <a:off x="1381936" y="2993764"/>
        <a:ext cx="4917523" cy="1196482"/>
      </dsp:txXfrm>
    </dsp:sp>
    <dsp:sp modelId="{8FCC216F-AF4B-4337-8C63-4028E87A7ED1}">
      <dsp:nvSpPr>
        <dsp:cNvPr id="0" name=""/>
        <dsp:cNvSpPr/>
      </dsp:nvSpPr>
      <dsp:spPr>
        <a:xfrm>
          <a:off x="6299460" y="2993764"/>
          <a:ext cx="4627018" cy="1196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628" tIns="126628" rIns="126628" bIns="12662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Allows tutor to identify specific aspect of what student needs help with.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Helps tutors prepare instructional methods in advance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May require coordination with professors to upload topic lists</a:t>
          </a:r>
        </a:p>
      </dsp:txBody>
      <dsp:txXfrm>
        <a:off x="6299460" y="2993764"/>
        <a:ext cx="4627018" cy="119648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0680BC-704E-4B23-A927-DD52D4D922E2}">
      <dsp:nvSpPr>
        <dsp:cNvPr id="0" name=""/>
        <dsp:cNvSpPr/>
      </dsp:nvSpPr>
      <dsp:spPr>
        <a:xfrm>
          <a:off x="1081600" y="245857"/>
          <a:ext cx="1157624" cy="11576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E9FC18-E837-48AA-A96E-D5D4612EB022}">
      <dsp:nvSpPr>
        <dsp:cNvPr id="0" name=""/>
        <dsp:cNvSpPr/>
      </dsp:nvSpPr>
      <dsp:spPr>
        <a:xfrm>
          <a:off x="6662" y="1561118"/>
          <a:ext cx="3307499" cy="496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/>
            <a:t>What we did</a:t>
          </a:r>
        </a:p>
      </dsp:txBody>
      <dsp:txXfrm>
        <a:off x="6662" y="1561118"/>
        <a:ext cx="3307499" cy="496124"/>
      </dsp:txXfrm>
    </dsp:sp>
    <dsp:sp modelId="{F15DABDF-D8AC-482D-BDB7-D00F82D136C9}">
      <dsp:nvSpPr>
        <dsp:cNvPr id="0" name=""/>
        <dsp:cNvSpPr/>
      </dsp:nvSpPr>
      <dsp:spPr>
        <a:xfrm>
          <a:off x="6662" y="2130562"/>
          <a:ext cx="3307499" cy="17812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Designed ERD and Relational Schemas based on business need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Built and implemented MySQL tables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Created an application UI</a:t>
          </a:r>
        </a:p>
      </dsp:txBody>
      <dsp:txXfrm>
        <a:off x="6662" y="2130562"/>
        <a:ext cx="3307499" cy="1781243"/>
      </dsp:txXfrm>
    </dsp:sp>
    <dsp:sp modelId="{CBEDE533-1A68-480A-A1D2-5B27478EC334}">
      <dsp:nvSpPr>
        <dsp:cNvPr id="0" name=""/>
        <dsp:cNvSpPr/>
      </dsp:nvSpPr>
      <dsp:spPr>
        <a:xfrm>
          <a:off x="4967912" y="245857"/>
          <a:ext cx="1157624" cy="11576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37F0A5-6B75-419D-9A9D-9158A575C2EC}">
      <dsp:nvSpPr>
        <dsp:cNvPr id="0" name=""/>
        <dsp:cNvSpPr/>
      </dsp:nvSpPr>
      <dsp:spPr>
        <a:xfrm>
          <a:off x="3892975" y="1561118"/>
          <a:ext cx="3307499" cy="496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/>
            <a:t>What we learned</a:t>
          </a:r>
        </a:p>
      </dsp:txBody>
      <dsp:txXfrm>
        <a:off x="3892975" y="1561118"/>
        <a:ext cx="3307499" cy="496124"/>
      </dsp:txXfrm>
    </dsp:sp>
    <dsp:sp modelId="{D6FB49C7-85B8-48AF-A759-019369FD81DF}">
      <dsp:nvSpPr>
        <dsp:cNvPr id="0" name=""/>
        <dsp:cNvSpPr/>
      </dsp:nvSpPr>
      <dsp:spPr>
        <a:xfrm>
          <a:off x="3892975" y="2130562"/>
          <a:ext cx="3307499" cy="17812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Convert real processes and business needs into database structures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Manage constraints, and entity relationships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Connecting the database with  application, Realtime  i/o operation </a:t>
          </a:r>
        </a:p>
      </dsp:txBody>
      <dsp:txXfrm>
        <a:off x="3892975" y="2130562"/>
        <a:ext cx="3307499" cy="1781243"/>
      </dsp:txXfrm>
    </dsp:sp>
    <dsp:sp modelId="{25AA4F0F-D69B-498D-A796-03F2B507C645}">
      <dsp:nvSpPr>
        <dsp:cNvPr id="0" name=""/>
        <dsp:cNvSpPr/>
      </dsp:nvSpPr>
      <dsp:spPr>
        <a:xfrm>
          <a:off x="8854225" y="245857"/>
          <a:ext cx="1157624" cy="11576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CEEF58-413E-43DA-B0D5-267B91F11AA1}">
      <dsp:nvSpPr>
        <dsp:cNvPr id="0" name=""/>
        <dsp:cNvSpPr/>
      </dsp:nvSpPr>
      <dsp:spPr>
        <a:xfrm>
          <a:off x="7779287" y="1561118"/>
          <a:ext cx="3307499" cy="496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/>
            <a:t>What we’d do differently</a:t>
          </a:r>
        </a:p>
      </dsp:txBody>
      <dsp:txXfrm>
        <a:off x="7779287" y="1561118"/>
        <a:ext cx="3307499" cy="496124"/>
      </dsp:txXfrm>
    </dsp:sp>
    <dsp:sp modelId="{60F589CF-A286-4D19-9A3D-E942BDB2383D}">
      <dsp:nvSpPr>
        <dsp:cNvPr id="0" name=""/>
        <dsp:cNvSpPr/>
      </dsp:nvSpPr>
      <dsp:spPr>
        <a:xfrm>
          <a:off x="7779287" y="2130562"/>
          <a:ext cx="3307499" cy="17812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Explore more options for SQL DBMS which would generate better Database Diagram </a:t>
          </a:r>
          <a:br>
            <a:rPr lang="en-US" sz="1700" kern="1200"/>
          </a:br>
          <a:br>
            <a:rPr lang="en-US" sz="1700" kern="1200"/>
          </a:br>
          <a:r>
            <a:rPr lang="en-US" sz="1700" kern="1200"/>
            <a:t>Plan a better schedule to get work completed by</a:t>
          </a:r>
        </a:p>
      </dsp:txBody>
      <dsp:txXfrm>
        <a:off x="7779287" y="2130562"/>
        <a:ext cx="3307499" cy="17812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C9B729-65CA-5C47-9724-6EED58316CF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87259C-E340-7548-B7D9-428337E7A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21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Need to explain sort of what’s happening and need to talk about business assumptions:</a:t>
            </a:r>
            <a:br>
              <a:rPr lang="en-US"/>
            </a:b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Tutors must be students in the system</a:t>
            </a:r>
          </a:p>
          <a:p>
            <a:pPr lvl="0"/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session is taught by only one tutor at a time</a:t>
            </a:r>
          </a:p>
          <a:p>
            <a:pPr lvl="0"/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tutor can teach using multiple languages and teach multiple subjects</a:t>
            </a:r>
          </a:p>
          <a:p>
            <a:pPr lvl="0"/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student may register for multiple sessions</a:t>
            </a:r>
          </a:p>
          <a:p>
            <a:pPr lvl="0"/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subject must exist before assigning tutor expertise.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7259C-E340-7548-B7D9-428337E7A52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178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7259C-E340-7548-B7D9-428337E7A52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549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D9721-D645-4B87-A72D-5FF831336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E8E37F-3C9E-4416-BF63-FDA6FC1F6A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08CC9-4604-478E-AD3F-74071013B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51D0C-36BC-43CE-8B5F-65268D43D750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951E9-E025-40A3-B7D4-4FB49420E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08712-88A6-4088-9254-B15D2A002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DE5D8-C383-4209-A8B9-E3064442F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832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6D7C3-6C6D-4827-88C1-0543AC7F9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838BB-AC6B-4913-887D-EA75DAF40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9F685-2F9F-4842-A25D-BE8208FD5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51D0C-36BC-43CE-8B5F-65268D43D750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5C4AE-691F-4311-AF1E-E50CE4439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9C5B2-A0BC-4879-B6BD-521DF185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DE5D8-C383-4209-A8B9-E3064442F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344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7E003-1917-4D3F-9C4B-90E0A983C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2C9C3-210D-48F0-A6F8-8651A934C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155E1-B72A-4F1E-A1C2-4ECBA50BC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51D0C-36BC-43CE-8B5F-65268D43D750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23C54-596D-481C-AA22-67EA1893D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F4CA1-4312-4FEE-9A2C-68EBBB77F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DE5D8-C383-4209-A8B9-E3064442F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275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D8ECC-8B96-46CB-B300-0FC495F26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81FA3-88E1-4668-9EC2-295A76261B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A96D8C-370A-4B69-9E1A-045105A22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E2520F-C79E-4ABA-B48A-CC13802E9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51D0C-36BC-43CE-8B5F-65268D43D750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3D3EF8-E052-44D2-BE8D-B415430A3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AB333-11F2-4BA0-BFC3-9B7101817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DE5D8-C383-4209-A8B9-E3064442F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42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CB382-9DC7-4AC1-BE3D-F796DE934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DFF6F-0D85-4CE4-92A8-EA7D12E47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3AD62-504B-47A5-B278-5B5B5577A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45778C-30A2-41C0-8032-C3FDD54CA1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0D137E-3B67-4857-9A28-15568881ED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334CB4-4B02-44B9-B5AB-161BBF84F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51D0C-36BC-43CE-8B5F-65268D43D750}" type="datetimeFigureOut">
              <a:rPr lang="en-US" smtClean="0"/>
              <a:t>12/4/25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C32D78-5A1C-436D-84E2-843FDE45F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6EBE5D-3D23-4D23-A06A-93AD683E0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DE5D8-C383-4209-A8B9-E3064442F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845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29401-A833-4011-8537-97182AB9A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F01181-F6CD-46A8-AEE0-E618EBBC9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51D0C-36BC-43CE-8B5F-65268D43D750}" type="datetimeFigureOut">
              <a:rPr lang="en-US" smtClean="0"/>
              <a:t>12/4/25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3E697-054A-47AE-B9FB-B670B3901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8CBDD7-219C-4405-8CD3-59788B3F9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DE5D8-C383-4209-A8B9-E3064442F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6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BA4E35-6D88-4784-B015-D887DFCF0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51D0C-36BC-43CE-8B5F-65268D43D750}" type="datetimeFigureOut">
              <a:rPr lang="en-US" smtClean="0"/>
              <a:t>12/4/25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D1C289-2909-47EB-BF05-0C9CC9E1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ECAE7B-D104-48CC-8FFD-10414E978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DE5D8-C383-4209-A8B9-E3064442F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970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8AF39-CC15-44BE-BA9D-292EEE775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4A776-02CA-4A1D-90F7-3FEE042C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3FA21A-1006-40F7-BC84-519AED87B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2D489-3A48-4BA4-88B7-9496A2337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51D0C-36BC-43CE-8B5F-65268D43D750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FF5CF6-5550-4705-848A-8B73A00D0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D7773-4C52-4BFE-A8E4-2601C105F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DE5D8-C383-4209-A8B9-E3064442F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270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A9C5C-EF4E-40A8-B5BF-30AE2C2C6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F5D08D-D077-42B8-A2E3-497D31AA58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9AF59-41AD-4E69-AD92-5B23BA097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9D1C1-FD97-4950-A844-D3E75BCA6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51D0C-36BC-43CE-8B5F-65268D43D750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266616-B0AC-4A03-9171-99BD5E008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068BF2-569D-4774-8EFE-ADB6A9E05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DE5D8-C383-4209-A8B9-E3064442F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21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5352F-E31E-4EB2-9A34-C386CA4A6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E20E7D-8393-4D47-A790-3656C96AAF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711F3-B8F5-4406-A646-36F114D3A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51D0C-36BC-43CE-8B5F-65268D43D750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D3439-92C6-4652-BF22-0BEB964D9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76822-57DC-4A38-96F5-22248D625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DE5D8-C383-4209-A8B9-E3064442F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155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2899AB-05DB-4048-9B83-65E41092F1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3526F4-B582-44E9-BF88-6229BB37AC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32351-26BB-4F0D-86DF-064CEDC3C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51D0C-36BC-43CE-8B5F-65268D43D750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F3B65-C3BB-451E-B578-928C2B16C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BBE35-C9AD-4C55-90F8-1C97594C4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DE5D8-C383-4209-A8B9-E3064442F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201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8EA949-50F1-4B4E-BEF5-75777490A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5EB7C-9657-48B2-8BE6-AE407509E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EB8B9-0770-41D8-AD22-51336ABE61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751D0C-36BC-43CE-8B5F-65268D43D750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DB278-01FB-47F7-A580-61D45E20F9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0D107-03D0-49FC-BD21-CFE029FACA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5DE5D8-C383-4209-A8B9-E3064442F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493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13" Type="http://schemas.openxmlformats.org/officeDocument/2006/relationships/image" Target="../media/image6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5.png"/><Relationship Id="rId12" Type="http://schemas.microsoft.com/office/2007/relationships/diagramDrawing" Target="../diagrams/drawing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openxmlformats.org/officeDocument/2006/relationships/diagramColors" Target="../diagrams/colors4.xml"/><Relationship Id="rId5" Type="http://schemas.openxmlformats.org/officeDocument/2006/relationships/diagramColors" Target="../diagrams/colors3.xml"/><Relationship Id="rId10" Type="http://schemas.openxmlformats.org/officeDocument/2006/relationships/diagramQuickStyle" Target="../diagrams/quickStyle4.xml"/><Relationship Id="rId4" Type="http://schemas.openxmlformats.org/officeDocument/2006/relationships/diagramQuickStyle" Target="../diagrams/quickStyle3.xml"/><Relationship Id="rId9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Person writing on a notepad">
            <a:extLst>
              <a:ext uri="{FF2B5EF4-FFF2-40B4-BE49-F238E27FC236}">
                <a16:creationId xmlns:a16="http://schemas.microsoft.com/office/drawing/2014/main" id="{A4C380BD-0DB8-2AA8-BAB7-5A8610D7A3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113" r="9089" b="133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3CD7E6-688E-4FB6-9EFB-0B175A7FEC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ASC Tutorial Center Database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1638C-ACAB-44D1-916E-F9FD79EFD6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1700"/>
              <a:t>By</a:t>
            </a:r>
          </a:p>
          <a:p>
            <a:pPr algn="l"/>
            <a:r>
              <a:rPr lang="en-US" sz="1700"/>
              <a:t>Cadence Liles, Leslie Gonzalez, Sajan Thakuri, Darshan Dahal, Hamzah Kourdieh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0568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6EBC6-5EB9-42E8-933B-8CD5EBD1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000"/>
              <a:t>Introduction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1238EC-EDF3-152A-AE9F-A89D305D4B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5929174"/>
              </p:ext>
            </p:extLst>
          </p:nvPr>
        </p:nvGraphicFramePr>
        <p:xfrm>
          <a:off x="4502875" y="771451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97835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close-up of a green and blue background&#10;&#10;AI-generated content may be incorrect.">
            <a:extLst>
              <a:ext uri="{FF2B5EF4-FFF2-40B4-BE49-F238E27FC236}">
                <a16:creationId xmlns:a16="http://schemas.microsoft.com/office/drawing/2014/main" id="{26573BF3-7165-9BCD-0E4C-55576C290E1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625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4D1314-3AED-49D3-A72F-4A49C2F5C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User Requirements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366DD152-6EE0-742B-9242-85B85656D4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938749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06969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ight Triangle 52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3A175C-F1C7-4842-96B6-59A1E9209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2497" y="1056640"/>
            <a:ext cx="3197660" cy="31257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5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Entity Relationship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E541B6-7CF4-61B0-3286-50C1E7D5F8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1681"/>
          <a:stretch>
            <a:fillRect/>
          </a:stretch>
        </p:blipFill>
        <p:spPr>
          <a:xfrm>
            <a:off x="122328" y="151898"/>
            <a:ext cx="7409135" cy="6550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835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F68A94-9B4C-334E-AEF5-46A9BA0A1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Relational Schemas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47E257F8-0C7F-6943-8585-215D0AAC7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7456"/>
            <a:ext cx="5097780" cy="379574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500" b="1"/>
              <a:t>Person</a:t>
            </a:r>
            <a:r>
              <a:rPr lang="en-US" sz="1500"/>
              <a:t>( </a:t>
            </a:r>
            <a:r>
              <a:rPr lang="en-US" sz="1500" u="sng" dirty="0" err="1"/>
              <a:t>SystemID</a:t>
            </a:r>
            <a:r>
              <a:rPr lang="en-US" sz="1500"/>
              <a:t>: int, FirstName: string, LastName: string, Email: string, </a:t>
            </a:r>
            <a:r>
              <a:rPr lang="en-US" sz="1500" dirty="0" err="1"/>
              <a:t>PhoneNum</a:t>
            </a:r>
            <a:r>
              <a:rPr lang="en-US" sz="1500"/>
              <a:t>: int, </a:t>
            </a:r>
            <a:r>
              <a:rPr lang="en-US" sz="1500" dirty="0" err="1"/>
              <a:t>UserName</a:t>
            </a:r>
            <a:r>
              <a:rPr lang="en-US" sz="1500"/>
              <a:t>: string, Password: string)</a:t>
            </a:r>
          </a:p>
          <a:p>
            <a:r>
              <a:rPr lang="en-US" sz="1500" b="1"/>
              <a:t>Managers</a:t>
            </a:r>
            <a:r>
              <a:rPr lang="en-US" sz="1500"/>
              <a:t>(</a:t>
            </a:r>
            <a:r>
              <a:rPr lang="en-US" sz="1500" dirty="0" err="1"/>
              <a:t>DateHired</a:t>
            </a:r>
            <a:r>
              <a:rPr lang="en-US" sz="1500"/>
              <a:t>: </a:t>
            </a:r>
            <a:r>
              <a:rPr lang="en-US" sz="1500" dirty="0" err="1"/>
              <a:t>yyyy</a:t>
            </a:r>
            <a:r>
              <a:rPr lang="en-US" sz="1500"/>
              <a:t>/mm/dd, </a:t>
            </a:r>
            <a:r>
              <a:rPr lang="en-US" sz="1500" u="sng" dirty="0" err="1"/>
              <a:t>SystemID</a:t>
            </a:r>
            <a:r>
              <a:rPr lang="en-US" sz="1500"/>
              <a:t>) </a:t>
            </a:r>
          </a:p>
          <a:p>
            <a:pPr marL="0"/>
            <a:r>
              <a:rPr lang="en-US" sz="1500"/>
              <a:t>	</a:t>
            </a:r>
            <a:r>
              <a:rPr lang="en-US" sz="1500" dirty="0" err="1"/>
              <a:t>SystemID</a:t>
            </a:r>
            <a:r>
              <a:rPr lang="en-US" sz="1500"/>
              <a:t> is FK referencing </a:t>
            </a:r>
            <a:r>
              <a:rPr lang="en-US" sz="1500" dirty="0" err="1"/>
              <a:t>Person.SystemID</a:t>
            </a:r>
            <a:endParaRPr lang="en-US" sz="1500"/>
          </a:p>
          <a:p>
            <a:r>
              <a:rPr lang="en-US" sz="1500" b="1"/>
              <a:t>Student</a:t>
            </a:r>
            <a:r>
              <a:rPr lang="en-US" sz="1500"/>
              <a:t>( </a:t>
            </a:r>
            <a:r>
              <a:rPr lang="en-US" sz="1500" dirty="0" err="1"/>
              <a:t>PreferredLanguage</a:t>
            </a:r>
            <a:r>
              <a:rPr lang="en-US" sz="1500"/>
              <a:t>: string, </a:t>
            </a:r>
            <a:r>
              <a:rPr lang="en-US" sz="1500" u="sng" dirty="0" err="1"/>
              <a:t>SystemID</a:t>
            </a:r>
            <a:r>
              <a:rPr lang="en-US" sz="1500"/>
              <a:t>) )</a:t>
            </a:r>
          </a:p>
          <a:p>
            <a:pPr marL="0"/>
            <a:r>
              <a:rPr lang="en-US" sz="1500"/>
              <a:t>	</a:t>
            </a:r>
            <a:r>
              <a:rPr lang="en-US" sz="1500" dirty="0" err="1"/>
              <a:t>SystemID</a:t>
            </a:r>
            <a:r>
              <a:rPr lang="en-US" sz="1500"/>
              <a:t> is FK referencing </a:t>
            </a:r>
            <a:r>
              <a:rPr lang="en-US" sz="1500" dirty="0" err="1"/>
              <a:t>Person.SystemID</a:t>
            </a:r>
            <a:endParaRPr lang="en-US" sz="1500"/>
          </a:p>
          <a:p>
            <a:r>
              <a:rPr lang="en-US" sz="1500" b="1"/>
              <a:t>Tutors</a:t>
            </a:r>
            <a:r>
              <a:rPr lang="en-US" sz="1500"/>
              <a:t>(</a:t>
            </a:r>
            <a:r>
              <a:rPr lang="en-US" sz="1500" dirty="0" err="1"/>
              <a:t>DateHired</a:t>
            </a:r>
            <a:r>
              <a:rPr lang="en-US" sz="1500"/>
              <a:t>: </a:t>
            </a:r>
            <a:r>
              <a:rPr lang="en-US" sz="1500" dirty="0" err="1"/>
              <a:t>yyyy</a:t>
            </a:r>
            <a:r>
              <a:rPr lang="en-US" sz="1500"/>
              <a:t>/mm/dd, </a:t>
            </a:r>
            <a:r>
              <a:rPr lang="en-US" sz="1500" dirty="0" err="1"/>
              <a:t>ManagedBy</a:t>
            </a:r>
            <a:r>
              <a:rPr lang="en-US" sz="1500"/>
              <a:t>: int</a:t>
            </a:r>
            <a:r>
              <a:rPr lang="en-US" sz="1500" u="sng"/>
              <a:t>, </a:t>
            </a:r>
            <a:r>
              <a:rPr lang="en-US" sz="1500" u="sng" dirty="0" err="1"/>
              <a:t>SystemID</a:t>
            </a:r>
            <a:r>
              <a:rPr lang="en-US" sz="1500"/>
              <a:t>)</a:t>
            </a:r>
          </a:p>
          <a:p>
            <a:pPr marL="0"/>
            <a:r>
              <a:rPr lang="en-US" sz="1500"/>
              <a:t>	</a:t>
            </a:r>
            <a:r>
              <a:rPr lang="en-US" sz="1500" dirty="0" err="1"/>
              <a:t>ManagedBy</a:t>
            </a:r>
            <a:r>
              <a:rPr lang="en-US" sz="1500"/>
              <a:t> is FK referencing </a:t>
            </a:r>
            <a:r>
              <a:rPr lang="en-US" sz="1500" dirty="0" err="1"/>
              <a:t>Manager.SystemID</a:t>
            </a:r>
            <a:r>
              <a:rPr lang="en-US" sz="1500"/>
              <a:t>, </a:t>
            </a:r>
          </a:p>
          <a:p>
            <a:pPr marL="0"/>
            <a:r>
              <a:rPr lang="en-US" sz="1500"/>
              <a:t>	</a:t>
            </a:r>
            <a:r>
              <a:rPr lang="en-US" sz="1500" dirty="0" err="1"/>
              <a:t>SystemID</a:t>
            </a:r>
            <a:r>
              <a:rPr lang="en-US" sz="1500"/>
              <a:t> is FK referencing </a:t>
            </a:r>
            <a:r>
              <a:rPr lang="en-US" sz="1500" dirty="0" err="1"/>
              <a:t>Student.SystemID</a:t>
            </a:r>
            <a:r>
              <a:rPr lang="en-US" sz="1500"/>
              <a:t>.</a:t>
            </a:r>
          </a:p>
          <a:p>
            <a:r>
              <a:rPr lang="en-US" sz="1500" b="1" dirty="0" err="1"/>
              <a:t>SubjectsOffered</a:t>
            </a:r>
            <a:r>
              <a:rPr lang="en-US" sz="1500"/>
              <a:t>(</a:t>
            </a:r>
            <a:r>
              <a:rPr lang="en-US" sz="1500" u="sng" dirty="0" err="1"/>
              <a:t>SubjectID</a:t>
            </a:r>
            <a:r>
              <a:rPr lang="en-US" sz="1500"/>
              <a:t>: int, </a:t>
            </a:r>
            <a:r>
              <a:rPr lang="en-US" sz="1500" dirty="0" err="1"/>
              <a:t>SubjectName</a:t>
            </a:r>
            <a:r>
              <a:rPr lang="en-US" sz="1500"/>
              <a:t>: string, </a:t>
            </a:r>
            <a:r>
              <a:rPr lang="en-US" sz="1500" dirty="0" err="1"/>
              <a:t>TutorCount</a:t>
            </a:r>
            <a:r>
              <a:rPr lang="en-US" sz="1500"/>
              <a:t>: int (derived))</a:t>
            </a:r>
          </a:p>
          <a:p>
            <a:endParaRPr lang="en-US" sz="150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DAAC013-55E0-A6C2-215D-BA428FEE44D4}"/>
              </a:ext>
            </a:extLst>
          </p:cNvPr>
          <p:cNvSpPr txBox="1">
            <a:spLocks/>
          </p:cNvSpPr>
          <p:nvPr/>
        </p:nvSpPr>
        <p:spPr>
          <a:xfrm>
            <a:off x="5734373" y="1658319"/>
            <a:ext cx="6457627" cy="5067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Expertise</a:t>
            </a:r>
            <a:r>
              <a:rPr lang="en-US"/>
              <a:t>(</a:t>
            </a:r>
            <a:r>
              <a:rPr lang="en-US" u="sng"/>
              <a:t> </a:t>
            </a:r>
            <a:r>
              <a:rPr lang="en-US" err="1"/>
              <a:t>YearsOfExperience</a:t>
            </a:r>
            <a:r>
              <a:rPr lang="en-US"/>
              <a:t>: int, </a:t>
            </a:r>
            <a:r>
              <a:rPr lang="en-US" u="sng" err="1"/>
              <a:t>SystemID</a:t>
            </a:r>
            <a:r>
              <a:rPr lang="en-US" u="sng"/>
              <a:t>, </a:t>
            </a:r>
            <a:r>
              <a:rPr lang="en-US" u="sng" err="1"/>
              <a:t>SubjectID</a:t>
            </a:r>
            <a:r>
              <a:rPr lang="en-US"/>
              <a:t>) </a:t>
            </a:r>
          </a:p>
          <a:p>
            <a:pPr marL="0"/>
            <a:r>
              <a:rPr lang="en-US"/>
              <a:t>	</a:t>
            </a:r>
            <a:r>
              <a:rPr lang="en-US" err="1"/>
              <a:t>SystemID</a:t>
            </a:r>
            <a:r>
              <a:rPr lang="en-US"/>
              <a:t> is FK referencing </a:t>
            </a:r>
            <a:r>
              <a:rPr lang="en-US" err="1"/>
              <a:t>Tutor.SystemID</a:t>
            </a:r>
            <a:r>
              <a:rPr lang="en-US"/>
              <a:t>, </a:t>
            </a:r>
          </a:p>
          <a:p>
            <a:pPr marL="0"/>
            <a:r>
              <a:rPr lang="en-US"/>
              <a:t>	</a:t>
            </a:r>
            <a:r>
              <a:rPr lang="en-US" err="1"/>
              <a:t>SubjectID</a:t>
            </a:r>
            <a:r>
              <a:rPr lang="en-US"/>
              <a:t> is FK referencing </a:t>
            </a:r>
            <a:r>
              <a:rPr lang="en-US" err="1"/>
              <a:t>SubjectsOffered.SubjectID</a:t>
            </a:r>
            <a:endParaRPr lang="en-US"/>
          </a:p>
          <a:p>
            <a:r>
              <a:rPr lang="en-US" b="1"/>
              <a:t>Session</a:t>
            </a:r>
            <a:r>
              <a:rPr lang="en-US"/>
              <a:t>(</a:t>
            </a:r>
            <a:r>
              <a:rPr lang="en-US" u="sng" err="1"/>
              <a:t>SessionID</a:t>
            </a:r>
            <a:r>
              <a:rPr lang="en-US"/>
              <a:t>: int, Date: </a:t>
            </a:r>
            <a:r>
              <a:rPr lang="en-US" err="1"/>
              <a:t>yyyy</a:t>
            </a:r>
            <a:r>
              <a:rPr lang="en-US"/>
              <a:t>/mm/dd, </a:t>
            </a:r>
            <a:r>
              <a:rPr lang="en-US" err="1"/>
              <a:t>SessionTime</a:t>
            </a:r>
            <a:r>
              <a:rPr lang="en-US"/>
              <a:t>: time, Location: string, </a:t>
            </a:r>
            <a:r>
              <a:rPr lang="en-US" err="1"/>
              <a:t>StudLim</a:t>
            </a:r>
            <a:r>
              <a:rPr lang="en-US"/>
              <a:t>: int, </a:t>
            </a:r>
            <a:r>
              <a:rPr lang="en-US" u="sng" err="1"/>
              <a:t>SubjectID</a:t>
            </a:r>
            <a:r>
              <a:rPr lang="en-US" u="sng"/>
              <a:t>, </a:t>
            </a:r>
            <a:r>
              <a:rPr lang="en-US" u="sng" err="1"/>
              <a:t>SystemID</a:t>
            </a:r>
            <a:r>
              <a:rPr lang="en-US"/>
              <a:t>, </a:t>
            </a:r>
            <a:r>
              <a:rPr lang="en-US" u="sng" err="1"/>
              <a:t>LanguageID</a:t>
            </a:r>
            <a:r>
              <a:rPr lang="en-US"/>
              <a:t>) </a:t>
            </a:r>
          </a:p>
          <a:p>
            <a:pPr marL="0"/>
            <a:r>
              <a:rPr lang="en-US"/>
              <a:t>	</a:t>
            </a:r>
            <a:r>
              <a:rPr lang="en-US" err="1"/>
              <a:t>SubjectID</a:t>
            </a:r>
            <a:r>
              <a:rPr lang="en-US"/>
              <a:t> is FK referencing </a:t>
            </a:r>
            <a:r>
              <a:rPr lang="en-US" err="1"/>
              <a:t>SubjectsOffered.SubjectID</a:t>
            </a:r>
            <a:r>
              <a:rPr lang="en-US"/>
              <a:t>, </a:t>
            </a:r>
          </a:p>
          <a:p>
            <a:pPr marL="0"/>
            <a:r>
              <a:rPr lang="en-US"/>
              <a:t>	</a:t>
            </a:r>
            <a:r>
              <a:rPr lang="en-US" err="1"/>
              <a:t>SystemID</a:t>
            </a:r>
            <a:r>
              <a:rPr lang="en-US"/>
              <a:t> is FK referencing </a:t>
            </a:r>
            <a:r>
              <a:rPr lang="en-US" err="1"/>
              <a:t>Tutor.SystemID</a:t>
            </a:r>
            <a:r>
              <a:rPr lang="en-US"/>
              <a:t>, </a:t>
            </a:r>
          </a:p>
          <a:p>
            <a:pPr marL="0"/>
            <a:r>
              <a:rPr lang="en-US"/>
              <a:t>	</a:t>
            </a:r>
            <a:r>
              <a:rPr lang="en-US" err="1"/>
              <a:t>LanguageID</a:t>
            </a:r>
            <a:r>
              <a:rPr lang="en-US"/>
              <a:t> is FK referencing </a:t>
            </a:r>
            <a:r>
              <a:rPr lang="en-US" err="1"/>
              <a:t>AvailableLanguage.LanguageID</a:t>
            </a:r>
            <a:endParaRPr lang="en-US"/>
          </a:p>
          <a:p>
            <a:r>
              <a:rPr lang="en-US" b="1"/>
              <a:t>Attend</a:t>
            </a:r>
            <a:r>
              <a:rPr lang="en-US"/>
              <a:t> ( </a:t>
            </a:r>
            <a:r>
              <a:rPr lang="en-US" err="1"/>
              <a:t>DateReg</a:t>
            </a:r>
            <a:r>
              <a:rPr lang="en-US"/>
              <a:t>: </a:t>
            </a:r>
            <a:r>
              <a:rPr lang="en-US" err="1"/>
              <a:t>yyyy</a:t>
            </a:r>
            <a:r>
              <a:rPr lang="en-US"/>
              <a:t>/mm/dd,  Status: string, </a:t>
            </a:r>
            <a:r>
              <a:rPr lang="en-US" u="sng" err="1"/>
              <a:t>SystemID</a:t>
            </a:r>
            <a:r>
              <a:rPr lang="en-US" u="sng"/>
              <a:t>, </a:t>
            </a:r>
            <a:r>
              <a:rPr lang="en-US" u="sng" err="1"/>
              <a:t>SessionID</a:t>
            </a:r>
            <a:r>
              <a:rPr lang="en-US"/>
              <a:t>) </a:t>
            </a:r>
          </a:p>
          <a:p>
            <a:pPr marL="0"/>
            <a:r>
              <a:rPr lang="en-US"/>
              <a:t>	</a:t>
            </a:r>
            <a:r>
              <a:rPr lang="en-US" err="1"/>
              <a:t>SessionID</a:t>
            </a:r>
            <a:r>
              <a:rPr lang="en-US"/>
              <a:t> is FK referencing </a:t>
            </a:r>
            <a:r>
              <a:rPr lang="en-US" err="1"/>
              <a:t>Session.SessionID</a:t>
            </a:r>
            <a:r>
              <a:rPr lang="en-US"/>
              <a:t>, </a:t>
            </a:r>
          </a:p>
          <a:p>
            <a:pPr marL="0"/>
            <a:r>
              <a:rPr lang="en-US"/>
              <a:t>	</a:t>
            </a:r>
            <a:r>
              <a:rPr lang="en-US" err="1"/>
              <a:t>SystemID</a:t>
            </a:r>
            <a:r>
              <a:rPr lang="en-US"/>
              <a:t> is FK </a:t>
            </a:r>
            <a:r>
              <a:rPr lang="en-US" err="1"/>
              <a:t>Student.SystemID</a:t>
            </a:r>
            <a:endParaRPr lang="en-US"/>
          </a:p>
          <a:p>
            <a:r>
              <a:rPr lang="en-US" b="1" err="1"/>
              <a:t>AvailableLanguage</a:t>
            </a:r>
            <a:r>
              <a:rPr lang="en-US" b="1"/>
              <a:t> </a:t>
            </a:r>
            <a:r>
              <a:rPr lang="en-US"/>
              <a:t>( </a:t>
            </a:r>
            <a:r>
              <a:rPr lang="en-US" u="sng" err="1"/>
              <a:t>LanguageID</a:t>
            </a:r>
            <a:r>
              <a:rPr lang="en-US"/>
              <a:t>: int, Language: string) </a:t>
            </a:r>
          </a:p>
          <a:p>
            <a:r>
              <a:rPr lang="en-US" b="1"/>
              <a:t>Fluency</a:t>
            </a:r>
            <a:r>
              <a:rPr lang="en-US"/>
              <a:t>( </a:t>
            </a:r>
            <a:r>
              <a:rPr lang="en-US" u="sng" err="1"/>
              <a:t>LanguageID</a:t>
            </a:r>
            <a:r>
              <a:rPr lang="en-US" u="sng"/>
              <a:t>, </a:t>
            </a:r>
            <a:r>
              <a:rPr lang="en-US" u="sng" err="1"/>
              <a:t>SystemID</a:t>
            </a:r>
            <a:r>
              <a:rPr lang="en-US"/>
              <a:t>, Fluent: string) </a:t>
            </a:r>
          </a:p>
          <a:p>
            <a:pPr marL="0"/>
            <a:r>
              <a:rPr lang="en-US"/>
              <a:t>	</a:t>
            </a:r>
            <a:r>
              <a:rPr lang="en-US" err="1"/>
              <a:t>LanguageID</a:t>
            </a:r>
            <a:r>
              <a:rPr lang="en-US"/>
              <a:t> is FK referencing </a:t>
            </a:r>
            <a:r>
              <a:rPr lang="en-US" err="1"/>
              <a:t>AvailableLanguage.LanguageID</a:t>
            </a:r>
            <a:r>
              <a:rPr lang="en-US"/>
              <a:t>,</a:t>
            </a:r>
          </a:p>
          <a:p>
            <a:pPr marL="0"/>
            <a:r>
              <a:rPr lang="en-US"/>
              <a:t>	</a:t>
            </a:r>
            <a:r>
              <a:rPr lang="en-US" err="1"/>
              <a:t>SystemID</a:t>
            </a:r>
            <a:r>
              <a:rPr lang="en-US"/>
              <a:t> is FK referencing </a:t>
            </a:r>
            <a:r>
              <a:rPr lang="en-US" err="1"/>
              <a:t>Tutor.SystemID</a:t>
            </a:r>
            <a:endParaRPr lang="en-US"/>
          </a:p>
          <a:p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4234864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D51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AACC3-3BB9-894C-9C2D-EE78F20F3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Generated Database Diagram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F59E484-AA8E-BB21-337C-0BDD4062BF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52995"/>
          <a:stretch>
            <a:fillRect/>
          </a:stretch>
        </p:blipFill>
        <p:spPr>
          <a:xfrm>
            <a:off x="3392434" y="236220"/>
            <a:ext cx="9698561" cy="6385560"/>
          </a:xfrm>
        </p:spPr>
      </p:pic>
    </p:spTree>
    <p:extLst>
      <p:ext uri="{BB962C8B-B14F-4D97-AF65-F5344CB8AC3E}">
        <p14:creationId xmlns:p14="http://schemas.microsoft.com/office/powerpoint/2010/main" val="3372628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144CA80-3719-DC31-4FB7-31D8DDE119D9}"/>
              </a:ext>
            </a:extLst>
          </p:cNvPr>
          <p:cNvSpPr/>
          <p:nvPr/>
        </p:nvSpPr>
        <p:spPr>
          <a:xfrm>
            <a:off x="0" y="0"/>
            <a:ext cx="12192000" cy="103051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1D8DD1-9C78-9F35-5EBA-48266FA92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9143"/>
            <a:ext cx="10515600" cy="1325563"/>
          </a:xfrm>
        </p:spPr>
        <p:txBody>
          <a:bodyPr/>
          <a:lstStyle/>
          <a:p>
            <a:pPr algn="ctr"/>
            <a:r>
              <a:rPr lang="en-US">
                <a:solidFill>
                  <a:schemeClr val="bg1"/>
                </a:solidFill>
              </a:rPr>
              <a:t>SQL Implementation Test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FC010D5-3901-3B00-BDBA-743C565C1E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6961821"/>
              </p:ext>
            </p:extLst>
          </p:nvPr>
        </p:nvGraphicFramePr>
        <p:xfrm>
          <a:off x="326062" y="1427117"/>
          <a:ext cx="5742470" cy="37718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151B996-50F5-FC7C-74D4-C6A9CE9EA6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343" y="5212241"/>
            <a:ext cx="5162082" cy="14324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2D341CEC-0BE6-52EF-CB9B-46A5E8D07B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6102632"/>
              </p:ext>
            </p:extLst>
          </p:nvPr>
        </p:nvGraphicFramePr>
        <p:xfrm>
          <a:off x="6239981" y="1116223"/>
          <a:ext cx="5625957" cy="34398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A2077F-6638-B5BB-E98C-812247CAC90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248" y="4556075"/>
            <a:ext cx="5012139" cy="2088515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</p:pic>
    </p:spTree>
    <p:extLst>
      <p:ext uri="{BB962C8B-B14F-4D97-AF65-F5344CB8AC3E}">
        <p14:creationId xmlns:p14="http://schemas.microsoft.com/office/powerpoint/2010/main" val="1244013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53E60C6D-4E85-4E14-BCDF-BF15C241F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B26FF9-EA51-A94F-A7DE-307A188EB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1294" y="486184"/>
            <a:ext cx="5397237" cy="1325563"/>
          </a:xfrm>
        </p:spPr>
        <p:txBody>
          <a:bodyPr>
            <a:normAutofit/>
          </a:bodyPr>
          <a:lstStyle/>
          <a:p>
            <a:r>
              <a:rPr lang="en-US"/>
              <a:t>Database Application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60B1CD-DFC9-B084-EEE0-4EF83A742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353" y="701117"/>
            <a:ext cx="4555700" cy="2528413"/>
          </a:xfrm>
          <a:custGeom>
            <a:avLst/>
            <a:gdLst/>
            <a:ahLst/>
            <a:cxnLst/>
            <a:rect l="l" t="t" r="r" b="b"/>
            <a:pathLst>
              <a:path w="4555700" h="2733294">
                <a:moveTo>
                  <a:pt x="82217" y="0"/>
                </a:moveTo>
                <a:lnTo>
                  <a:pt x="4473483" y="0"/>
                </a:lnTo>
                <a:cubicBezTo>
                  <a:pt x="4518890" y="0"/>
                  <a:pt x="4555700" y="36810"/>
                  <a:pt x="4555700" y="82217"/>
                </a:cubicBezTo>
                <a:lnTo>
                  <a:pt x="4555700" y="2651077"/>
                </a:lnTo>
                <a:cubicBezTo>
                  <a:pt x="4555700" y="2696484"/>
                  <a:pt x="4518890" y="2733294"/>
                  <a:pt x="4473483" y="2733294"/>
                </a:cubicBezTo>
                <a:lnTo>
                  <a:pt x="82217" y="2733294"/>
                </a:lnTo>
                <a:cubicBezTo>
                  <a:pt x="36810" y="2733294"/>
                  <a:pt x="0" y="2696484"/>
                  <a:pt x="0" y="2651077"/>
                </a:cubicBezTo>
                <a:lnTo>
                  <a:pt x="0" y="82217"/>
                </a:lnTo>
                <a:cubicBezTo>
                  <a:pt x="0" y="36810"/>
                  <a:pt x="36810" y="0"/>
                  <a:pt x="82217" y="0"/>
                </a:cubicBezTo>
                <a:close/>
              </a:path>
            </a:pathLst>
          </a:custGeom>
        </p:spPr>
      </p:pic>
      <p:sp>
        <p:nvSpPr>
          <p:cNvPr id="65" name="Freeform: Shape 52">
            <a:extLst>
              <a:ext uri="{FF2B5EF4-FFF2-40B4-BE49-F238E27FC236}">
                <a16:creationId xmlns:a16="http://schemas.microsoft.com/office/drawing/2014/main" id="{7D42D292-4C48-479B-9E59-E29CD9871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342C44-12E5-86FA-DF91-8039E6F9B9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876" t="21856" r="22107" b="23228"/>
          <a:stretch>
            <a:fillRect/>
          </a:stretch>
        </p:blipFill>
        <p:spPr>
          <a:xfrm>
            <a:off x="557415" y="3429000"/>
            <a:ext cx="4840021" cy="3075317"/>
          </a:xfrm>
          <a:custGeom>
            <a:avLst/>
            <a:gdLst/>
            <a:ahLst/>
            <a:cxnLst/>
            <a:rect l="l" t="t" r="r" b="b"/>
            <a:pathLst>
              <a:path w="4438338" h="2323972">
                <a:moveTo>
                  <a:pt x="69905" y="0"/>
                </a:moveTo>
                <a:lnTo>
                  <a:pt x="4368433" y="0"/>
                </a:lnTo>
                <a:cubicBezTo>
                  <a:pt x="4407040" y="0"/>
                  <a:pt x="4438338" y="31298"/>
                  <a:pt x="4438338" y="69905"/>
                </a:cubicBezTo>
                <a:lnTo>
                  <a:pt x="4438338" y="2254067"/>
                </a:lnTo>
                <a:cubicBezTo>
                  <a:pt x="4438338" y="2292674"/>
                  <a:pt x="4407040" y="2323972"/>
                  <a:pt x="4368433" y="2323972"/>
                </a:cubicBezTo>
                <a:lnTo>
                  <a:pt x="69905" y="2323972"/>
                </a:lnTo>
                <a:cubicBezTo>
                  <a:pt x="31298" y="2323972"/>
                  <a:pt x="0" y="2292674"/>
                  <a:pt x="0" y="2254067"/>
                </a:cubicBezTo>
                <a:lnTo>
                  <a:pt x="0" y="69905"/>
                </a:lnTo>
                <a:cubicBezTo>
                  <a:pt x="0" y="31298"/>
                  <a:pt x="31298" y="0"/>
                  <a:pt x="69905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4999B-8601-B749-9F7C-7A3BD06FB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1294" y="1946684"/>
            <a:ext cx="5397237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500"/>
              <a:t>The technologies used for the project are MySQL, IntelliJ, and jFrame)</a:t>
            </a:r>
          </a:p>
          <a:p>
            <a:r>
              <a:rPr lang="en-US" sz="1500"/>
              <a:t>The pictures demonstrate:</a:t>
            </a:r>
            <a:endParaRPr lang="en-US" sz="1500">
              <a:ea typeface="Calibri"/>
              <a:cs typeface="Calibri"/>
            </a:endParaRPr>
          </a:p>
          <a:p>
            <a:pPr lvl="1"/>
            <a:r>
              <a:rPr lang="en-US" sz="1500"/>
              <a:t>Itellij IDE on the left</a:t>
            </a:r>
            <a:endParaRPr lang="en-US" sz="1500">
              <a:ea typeface="Calibri"/>
              <a:cs typeface="Calibri"/>
            </a:endParaRPr>
          </a:p>
          <a:p>
            <a:pPr lvl="2"/>
            <a:r>
              <a:rPr lang="en-US" sz="1500"/>
              <a:t>Code opened in the editor</a:t>
            </a:r>
            <a:endParaRPr lang="en-US" sz="1500">
              <a:ea typeface="Calibri"/>
              <a:cs typeface="Calibri"/>
            </a:endParaRPr>
          </a:p>
          <a:p>
            <a:pPr lvl="2"/>
            <a:r>
              <a:rPr lang="en-US" sz="1500"/>
              <a:t>A successfully launched Login GUI window</a:t>
            </a:r>
            <a:endParaRPr lang="en-US" sz="1500">
              <a:ea typeface="Calibri"/>
              <a:cs typeface="Calibri"/>
            </a:endParaRPr>
          </a:p>
          <a:p>
            <a:pPr lvl="1"/>
            <a:r>
              <a:rPr lang="en-US" sz="1500"/>
              <a:t>Console output that the program is running</a:t>
            </a:r>
            <a:endParaRPr lang="en-US" sz="1500">
              <a:ea typeface="Calibri"/>
              <a:cs typeface="Calibri"/>
            </a:endParaRPr>
          </a:p>
          <a:p>
            <a:pPr lvl="1"/>
            <a:r>
              <a:rPr lang="en-US" sz="1500">
                <a:ea typeface="Calibri"/>
                <a:cs typeface="Calibri"/>
              </a:rPr>
              <a:t>Welcome Message: The interface greets the manager, Mary Johnson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500">
                <a:ea typeface="Calibri"/>
                <a:cs typeface="Calibri"/>
              </a:rPr>
              <a:t>Summary Panel (Left Side):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500">
                <a:ea typeface="Calibri"/>
                <a:cs typeface="Calibri"/>
              </a:rPr>
              <a:t>Students: 10 registered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500">
                <a:ea typeface="Calibri"/>
                <a:cs typeface="Calibri"/>
              </a:rPr>
              <a:t>Tutors: 6 available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500">
                <a:ea typeface="Calibri"/>
                <a:cs typeface="Calibri"/>
              </a:rPr>
              <a:t>Sessions: 3 upcoming tutorial sessions</a:t>
            </a:r>
          </a:p>
          <a:p>
            <a:pPr lvl="1"/>
            <a:endParaRPr lang="en-US" sz="1500">
              <a:ea typeface="Calibri"/>
              <a:cs typeface="Calibri"/>
            </a:endParaRPr>
          </a:p>
          <a:p>
            <a:pPr marL="0" indent="0">
              <a:buNone/>
            </a:pPr>
            <a:endParaRPr lang="en-US" sz="1500">
              <a:ea typeface="Calibri"/>
              <a:cs typeface="Calibri"/>
            </a:endParaRPr>
          </a:p>
          <a:p>
            <a:endParaRPr lang="en-US" sz="1500">
              <a:ea typeface="Calibri"/>
              <a:cs typeface="Calibri"/>
            </a:endParaRPr>
          </a:p>
        </p:txBody>
      </p:sp>
      <p:sp>
        <p:nvSpPr>
          <p:cNvPr id="66" name="Arc 65">
            <a:extLst>
              <a:ext uri="{FF2B5EF4-FFF2-40B4-BE49-F238E27FC236}">
                <a16:creationId xmlns:a16="http://schemas.microsoft.com/office/drawing/2014/main" id="{533DF362-939D-4EEE-8DC4-6B54607E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95198">
            <a:off x="1539683" y="162676"/>
            <a:ext cx="4083433" cy="4083433"/>
          </a:xfrm>
          <a:prstGeom prst="arc">
            <a:avLst>
              <a:gd name="adj1" fmla="val 17445962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767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F64697-28C7-1364-E1F5-0A33BFAA0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en-US" sz="3200"/>
              <a:t>Application Test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1D5E9-7594-975F-65C8-98CF0BCAD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r>
              <a:rPr lang="en-US" sz="1500"/>
              <a:t>Shows a student registering for a session</a:t>
            </a:r>
          </a:p>
          <a:p>
            <a:endParaRPr lang="en-US" sz="1500"/>
          </a:p>
          <a:p>
            <a:endParaRPr lang="en-US" sz="1500"/>
          </a:p>
          <a:p>
            <a:pPr marL="0" indent="0">
              <a:buNone/>
            </a:pPr>
            <a:endParaRPr lang="en-US" sz="1500"/>
          </a:p>
          <a:p>
            <a:r>
              <a:rPr lang="en-US" sz="1500"/>
              <a:t>Shows a manager deleting a session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A2C4A76-79A1-9600-B545-54214B3B8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3" y="2936507"/>
            <a:ext cx="5481509" cy="3069644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4F2B60-A799-A2E4-B50D-92B3A9677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781" y="2931770"/>
            <a:ext cx="5523082" cy="307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432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53E60C6D-4E85-4E14-BCDF-BF15C241F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332094-55CA-7141-A399-6473C09A1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1294" y="486184"/>
            <a:ext cx="5397237" cy="1325563"/>
          </a:xfrm>
        </p:spPr>
        <p:txBody>
          <a:bodyPr>
            <a:normAutofit/>
          </a:bodyPr>
          <a:lstStyle/>
          <a:p>
            <a:r>
              <a:rPr lang="en-US"/>
              <a:t>Security Concerns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9ABD1A8-55BF-C694-A814-ADD370256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353" y="700078"/>
            <a:ext cx="4555700" cy="2530491"/>
          </a:xfrm>
          <a:custGeom>
            <a:avLst/>
            <a:gdLst/>
            <a:ahLst/>
            <a:cxnLst/>
            <a:rect l="l" t="t" r="r" b="b"/>
            <a:pathLst>
              <a:path w="4555700" h="2733294">
                <a:moveTo>
                  <a:pt x="82217" y="0"/>
                </a:moveTo>
                <a:lnTo>
                  <a:pt x="4473483" y="0"/>
                </a:lnTo>
                <a:cubicBezTo>
                  <a:pt x="4518890" y="0"/>
                  <a:pt x="4555700" y="36810"/>
                  <a:pt x="4555700" y="82217"/>
                </a:cubicBezTo>
                <a:lnTo>
                  <a:pt x="4555700" y="2651077"/>
                </a:lnTo>
                <a:cubicBezTo>
                  <a:pt x="4555700" y="2696484"/>
                  <a:pt x="4518890" y="2733294"/>
                  <a:pt x="4473483" y="2733294"/>
                </a:cubicBezTo>
                <a:lnTo>
                  <a:pt x="82217" y="2733294"/>
                </a:lnTo>
                <a:cubicBezTo>
                  <a:pt x="36810" y="2733294"/>
                  <a:pt x="0" y="2696484"/>
                  <a:pt x="0" y="2651077"/>
                </a:cubicBezTo>
                <a:lnTo>
                  <a:pt x="0" y="82217"/>
                </a:lnTo>
                <a:cubicBezTo>
                  <a:pt x="0" y="36810"/>
                  <a:pt x="36810" y="0"/>
                  <a:pt x="82217" y="0"/>
                </a:cubicBezTo>
                <a:close/>
              </a:path>
            </a:pathLst>
          </a:custGeom>
        </p:spPr>
      </p:pic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D42D292-4C48-479B-9E59-E29CD9871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4E7608-CA39-74E7-8469-3D73A8E1A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53" y="3526029"/>
            <a:ext cx="4408536" cy="2733293"/>
          </a:xfrm>
          <a:custGeom>
            <a:avLst/>
            <a:gdLst/>
            <a:ahLst/>
            <a:cxnLst/>
            <a:rect l="l" t="t" r="r" b="b"/>
            <a:pathLst>
              <a:path w="4438338" h="2323972">
                <a:moveTo>
                  <a:pt x="69905" y="0"/>
                </a:moveTo>
                <a:lnTo>
                  <a:pt x="4368433" y="0"/>
                </a:lnTo>
                <a:cubicBezTo>
                  <a:pt x="4407040" y="0"/>
                  <a:pt x="4438338" y="31298"/>
                  <a:pt x="4438338" y="69905"/>
                </a:cubicBezTo>
                <a:lnTo>
                  <a:pt x="4438338" y="2254067"/>
                </a:lnTo>
                <a:cubicBezTo>
                  <a:pt x="4438338" y="2292674"/>
                  <a:pt x="4407040" y="2323972"/>
                  <a:pt x="4368433" y="2323972"/>
                </a:cubicBezTo>
                <a:lnTo>
                  <a:pt x="69905" y="2323972"/>
                </a:lnTo>
                <a:cubicBezTo>
                  <a:pt x="31298" y="2323972"/>
                  <a:pt x="0" y="2292674"/>
                  <a:pt x="0" y="2254067"/>
                </a:cubicBezTo>
                <a:lnTo>
                  <a:pt x="0" y="69905"/>
                </a:lnTo>
                <a:cubicBezTo>
                  <a:pt x="0" y="31298"/>
                  <a:pt x="31298" y="0"/>
                  <a:pt x="69905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CF6A8-4E51-0C41-83C6-CFC8C66D1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1294" y="1946684"/>
            <a:ext cx="5397237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Authentication and Authorization: </a:t>
            </a:r>
          </a:p>
          <a:p>
            <a:pPr lvl="2"/>
            <a:r>
              <a:rPr lang="en-US" dirty="0"/>
              <a:t>Verified role-based access so managers, tutors, and students can only access permitted features.</a:t>
            </a:r>
          </a:p>
          <a:p>
            <a:pPr lvl="1"/>
            <a:r>
              <a:rPr lang="en-US" dirty="0">
                <a:ea typeface="Calibri"/>
                <a:cs typeface="Calibri"/>
              </a:rPr>
              <a:t>SQL Injection Prevention:</a:t>
            </a:r>
          </a:p>
          <a:p>
            <a:pPr lvl="2"/>
            <a:r>
              <a:rPr lang="en-US" dirty="0">
                <a:ea typeface="Calibri"/>
                <a:cs typeface="Calibri"/>
              </a:rPr>
              <a:t>Tested malicious inputs; system precents injection through controlled input handling and predefined queries</a:t>
            </a:r>
          </a:p>
          <a:p>
            <a:pPr lvl="1"/>
            <a:r>
              <a:rPr lang="en-US" dirty="0">
                <a:ea typeface="Calibri"/>
                <a:cs typeface="Calibri"/>
              </a:rPr>
              <a:t>Password Handling:</a:t>
            </a:r>
          </a:p>
          <a:p>
            <a:pPr lvl="2"/>
            <a:r>
              <a:rPr lang="en-US" dirty="0">
                <a:ea typeface="Calibri"/>
                <a:cs typeface="Calibri"/>
              </a:rPr>
              <a:t>Current system uses simple string validation; noted need for hashed password storage.</a:t>
            </a:r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533DF362-939D-4EEE-8DC4-6B54607E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95198">
            <a:off x="1539683" y="162676"/>
            <a:ext cx="4083433" cy="4083433"/>
          </a:xfrm>
          <a:prstGeom prst="arc">
            <a:avLst>
              <a:gd name="adj1" fmla="val 17445962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6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C90482-258F-1D4E-B2BB-911BB5E9B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Future work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9DA9FDDF-2262-A8DC-3EC2-010A13C2BD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649204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159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2A11688B-0A27-4E86-8D55-76F71ADF2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84A868B-654E-447C-8D9C-0F9328308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E43F5E5-7E34-4029-B18F-CAED02086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59931FA-11DF-4781-8AAD-FEE88674F7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40F88E6C-5782-452A-8C4F-9D2C2EAC8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3" cy="31416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00C4E3-EAEF-4915-96D7-7D95A16C6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365125"/>
            <a:ext cx="11090274" cy="1325563"/>
          </a:xfrm>
        </p:spPr>
        <p:txBody>
          <a:bodyPr>
            <a:normAutofit/>
          </a:bodyPr>
          <a:lstStyle/>
          <a:p>
            <a:r>
              <a:rPr lang="en-US" sz="4000"/>
              <a:t>Conclusion</a:t>
            </a: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CB900BA6-F9D7-881E-A69D-B072DD5C01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7318426"/>
              </p:ext>
            </p:extLst>
          </p:nvPr>
        </p:nvGraphicFramePr>
        <p:xfrm>
          <a:off x="547688" y="2133600"/>
          <a:ext cx="11093450" cy="4157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6882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9F71F8-A6A0-C44C-868B-F20930577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</p:spPr>
        <p:txBody>
          <a:bodyPr anchor="b">
            <a:normAutofit/>
          </a:bodyPr>
          <a:lstStyle/>
          <a:p>
            <a:r>
              <a:rPr lang="en-US" sz="6000"/>
              <a:t>Work Distribution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2899927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76031"/>
            <a:ext cx="1873457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442AA52-3740-A14D-93D3-8D9A36076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337269"/>
            <a:ext cx="10509504" cy="290568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700" dirty="0"/>
              <a:t>Cadence Liles</a:t>
            </a:r>
          </a:p>
          <a:p>
            <a:pPr lvl="1"/>
            <a:r>
              <a:rPr lang="en-US" sz="1700" dirty="0"/>
              <a:t>Designed ERD, created schemas from ERD, coded MySQL database, assisted in putting together final report and co-created the presentation</a:t>
            </a:r>
          </a:p>
          <a:p>
            <a:r>
              <a:rPr lang="en-US" sz="1700" dirty="0"/>
              <a:t>Leslie Gonzalez-Cisneros:</a:t>
            </a:r>
            <a:endParaRPr lang="en-US" sz="1700" dirty="0">
              <a:ea typeface="Calibri"/>
              <a:cs typeface="Calibri"/>
            </a:endParaRPr>
          </a:p>
          <a:p>
            <a:pPr lvl="1"/>
            <a:r>
              <a:rPr lang="en-US" sz="1700" dirty="0"/>
              <a:t>Presentation design/development, report review, and application testing with Darshan</a:t>
            </a:r>
          </a:p>
          <a:p>
            <a:r>
              <a:rPr lang="en-US" sz="1700" dirty="0"/>
              <a:t>Darshan Dahal: </a:t>
            </a:r>
          </a:p>
          <a:p>
            <a:pPr lvl="1"/>
            <a:r>
              <a:rPr lang="en-US" sz="1700" dirty="0"/>
              <a:t>Application part based on the schema, UI design, testing IntelliJ, report and presentation review.</a:t>
            </a:r>
          </a:p>
          <a:p>
            <a:r>
              <a:rPr lang="en-US" sz="1700" dirty="0"/>
              <a:t>Sajan Thakuri and Hamzah </a:t>
            </a:r>
            <a:r>
              <a:rPr lang="en-US" sz="1700" dirty="0" err="1"/>
              <a:t>Kourdieh</a:t>
            </a:r>
            <a:r>
              <a:rPr lang="en-US" sz="1700" dirty="0"/>
              <a:t>:</a:t>
            </a:r>
          </a:p>
          <a:p>
            <a:pPr lvl="1"/>
            <a:r>
              <a:rPr lang="en-US" sz="1700" dirty="0"/>
              <a:t>Worked on professor’s feedback on schema.</a:t>
            </a:r>
            <a:endParaRPr lang="en-US" sz="17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6185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168</TotalTime>
  <Words>974</Words>
  <Application>Microsoft Macintosh PowerPoint</Application>
  <PresentationFormat>Widescreen</PresentationFormat>
  <Paragraphs>138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Wingdings</vt:lpstr>
      <vt:lpstr>Office Theme</vt:lpstr>
      <vt:lpstr>ASC Tutorial Center Database</vt:lpstr>
      <vt:lpstr>Introduction</vt:lpstr>
      <vt:lpstr>User Requirements</vt:lpstr>
      <vt:lpstr>Entity Relationship Diagram</vt:lpstr>
      <vt:lpstr>Relational Schemas</vt:lpstr>
      <vt:lpstr>Generated Database Diagram</vt:lpstr>
      <vt:lpstr>SQL Implementation Test</vt:lpstr>
      <vt:lpstr>Database Application</vt:lpstr>
      <vt:lpstr>Application Test</vt:lpstr>
      <vt:lpstr>Security Concerns</vt:lpstr>
      <vt:lpstr>Future work</vt:lpstr>
      <vt:lpstr>Conclusion</vt:lpstr>
      <vt:lpstr>Work Distribution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01 - Introduction</dc:title>
  <dc:creator>Vung Pham</dc:creator>
  <cp:lastModifiedBy>Liles, Cadence</cp:lastModifiedBy>
  <cp:revision>1</cp:revision>
  <dcterms:created xsi:type="dcterms:W3CDTF">2021-07-31T20:11:23Z</dcterms:created>
  <dcterms:modified xsi:type="dcterms:W3CDTF">2025-12-05T04:06:05Z</dcterms:modified>
</cp:coreProperties>
</file>